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5.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6.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7.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4"/>
    <p:sldMasterId id="2147483953" r:id="rId5"/>
    <p:sldMasterId id="2147483954" r:id="rId6"/>
    <p:sldMasterId id="2147483961" r:id="rId7"/>
    <p:sldMasterId id="2147483963" r:id="rId8"/>
    <p:sldMasterId id="2147483956" r:id="rId9"/>
    <p:sldMasterId id="2147483958" r:id="rId10"/>
    <p:sldMasterId id="2147483955" r:id="rId11"/>
    <p:sldMasterId id="2147483973" r:id="rId12"/>
  </p:sldMasterIdLst>
  <p:notesMasterIdLst>
    <p:notesMasterId r:id="rId32"/>
  </p:notesMasterIdLst>
  <p:handoutMasterIdLst>
    <p:handoutMasterId r:id="rId33"/>
  </p:handoutMasterIdLst>
  <p:sldIdLst>
    <p:sldId id="571" r:id="rId13"/>
    <p:sldId id="577" r:id="rId14"/>
    <p:sldId id="700" r:id="rId15"/>
    <p:sldId id="686" r:id="rId16"/>
    <p:sldId id="687" r:id="rId17"/>
    <p:sldId id="699" r:id="rId18"/>
    <p:sldId id="689" r:id="rId19"/>
    <p:sldId id="692" r:id="rId20"/>
    <p:sldId id="693" r:id="rId21"/>
    <p:sldId id="694" r:id="rId22"/>
    <p:sldId id="703" r:id="rId23"/>
    <p:sldId id="688" r:id="rId24"/>
    <p:sldId id="695" r:id="rId25"/>
    <p:sldId id="696" r:id="rId26"/>
    <p:sldId id="704" r:id="rId27"/>
    <p:sldId id="697" r:id="rId28"/>
    <p:sldId id="698" r:id="rId29"/>
    <p:sldId id="702" r:id="rId30"/>
    <p:sldId id="602" r:id="rId31"/>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userDrawn="1">
          <p15:clr>
            <a:srgbClr val="A4A3A4"/>
          </p15:clr>
        </p15:guide>
        <p15:guide id="4" pos="7679">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iko Takemi" initials="AT" lastIdx="1" clrIdx="0"/>
  <p:cmAuthor id="2" name="rahul penag" initials="rp" lastIdx="1" clrIdx="1">
    <p:extLst>
      <p:ext uri="{19B8F6BF-5375-455C-9EA6-DF929625EA0E}">
        <p15:presenceInfo xmlns:p15="http://schemas.microsoft.com/office/powerpoint/2012/main" userId="9b648a5eda9fe31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600"/>
    <a:srgbClr val="A5A5A5"/>
    <a:srgbClr val="F9950F"/>
    <a:srgbClr val="E7E6E6"/>
    <a:srgbClr val="48367D"/>
    <a:srgbClr val="4C5252"/>
    <a:srgbClr val="EFCAAF"/>
    <a:srgbClr val="958FBC"/>
    <a:srgbClr val="EBE4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391"/>
  </p:normalViewPr>
  <p:slideViewPr>
    <p:cSldViewPr>
      <p:cViewPr varScale="1">
        <p:scale>
          <a:sx n="82" d="100"/>
          <a:sy n="82" d="100"/>
        </p:scale>
        <p:origin x="720" y="72"/>
      </p:cViewPr>
      <p:guideLst>
        <p:guide orient="horz" pos="2160"/>
        <p:guide pos="3840"/>
        <p:guide orient="horz"/>
        <p:guide pos="7679"/>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5" d="100"/>
          <a:sy n="75" d="100"/>
        </p:scale>
        <p:origin x="-4068" y="-114"/>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21" Type="http://schemas.openxmlformats.org/officeDocument/2006/relationships/slide" Target="slides/slide9.xml"/><Relationship Id="rId34"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presProps" Target="pres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a:lvl1pPr>
          </a:lstStyle>
          <a:p>
            <a:endParaRPr lang="en-NZ" dirty="0"/>
          </a:p>
        </p:txBody>
      </p:sp>
      <p:sp>
        <p:nvSpPr>
          <p:cNvPr id="3" name="Date Placeholder 2"/>
          <p:cNvSpPr>
            <a:spLocks noGrp="1"/>
          </p:cNvSpPr>
          <p:nvPr>
            <p:ph type="dt" sz="quarter" idx="1"/>
          </p:nvPr>
        </p:nvSpPr>
        <p:spPr>
          <a:xfrm>
            <a:off x="3855839" y="1"/>
            <a:ext cx="2949786" cy="498693"/>
          </a:xfrm>
          <a:prstGeom prst="rect">
            <a:avLst/>
          </a:prstGeom>
        </p:spPr>
        <p:txBody>
          <a:bodyPr vert="horz" lIns="91474" tIns="45737" rIns="91474" bIns="45737" rtlCol="0"/>
          <a:lstStyle>
            <a:lvl1pPr algn="r">
              <a:defRPr sz="1200"/>
            </a:lvl1pPr>
          </a:lstStyle>
          <a:p>
            <a:fld id="{85D701EE-1FBA-4307-A5A0-FAD659DC6E39}" type="datetimeFigureOut">
              <a:rPr lang="en-NZ" smtClean="0"/>
              <a:pPr/>
              <a:t>24/03/2025</a:t>
            </a:fld>
            <a:endParaRPr lang="en-NZ" dirty="0"/>
          </a:p>
        </p:txBody>
      </p:sp>
      <p:sp>
        <p:nvSpPr>
          <p:cNvPr id="4" name="Footer Placeholder 3"/>
          <p:cNvSpPr>
            <a:spLocks noGrp="1"/>
          </p:cNvSpPr>
          <p:nvPr>
            <p:ph type="ftr" sz="quarter" idx="2"/>
          </p:nvPr>
        </p:nvSpPr>
        <p:spPr>
          <a:xfrm>
            <a:off x="2" y="9440647"/>
            <a:ext cx="2949786" cy="498693"/>
          </a:xfrm>
          <a:prstGeom prst="rect">
            <a:avLst/>
          </a:prstGeom>
        </p:spPr>
        <p:txBody>
          <a:bodyPr vert="horz" lIns="91474" tIns="45737" rIns="91474" bIns="45737" rtlCol="0" anchor="b"/>
          <a:lstStyle>
            <a:lvl1pPr algn="l">
              <a:defRPr sz="1200"/>
            </a:lvl1pPr>
          </a:lstStyle>
          <a:p>
            <a:endParaRPr lang="en-NZ" dirty="0"/>
          </a:p>
        </p:txBody>
      </p:sp>
      <p:sp>
        <p:nvSpPr>
          <p:cNvPr id="5" name="Slide Number Placeholder 4"/>
          <p:cNvSpPr>
            <a:spLocks noGrp="1"/>
          </p:cNvSpPr>
          <p:nvPr>
            <p:ph type="sldNum" sz="quarter" idx="3"/>
          </p:nvPr>
        </p:nvSpPr>
        <p:spPr>
          <a:xfrm>
            <a:off x="3855839" y="9440647"/>
            <a:ext cx="2949786" cy="498693"/>
          </a:xfrm>
          <a:prstGeom prst="rect">
            <a:avLst/>
          </a:prstGeom>
        </p:spPr>
        <p:txBody>
          <a:bodyPr vert="horz" lIns="91474" tIns="45737" rIns="91474" bIns="45737" rtlCol="0" anchor="b"/>
          <a:lstStyle>
            <a:lvl1pPr algn="r">
              <a:defRPr sz="1200"/>
            </a:lvl1pPr>
          </a:lstStyle>
          <a:p>
            <a:fld id="{97D3D0BD-DB2D-4CFB-B804-653564142846}" type="slidenum">
              <a:rPr lang="en-NZ" smtClean="0"/>
              <a:pPr/>
              <a:t>‹#›</a:t>
            </a:fld>
            <a:endParaRPr lang="en-NZ" dirty="0"/>
          </a:p>
        </p:txBody>
      </p:sp>
    </p:spTree>
    <p:extLst>
      <p:ext uri="{BB962C8B-B14F-4D97-AF65-F5344CB8AC3E}">
        <p14:creationId xmlns:p14="http://schemas.microsoft.com/office/powerpoint/2010/main" val="110953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b="0" i="0">
                <a:latin typeface="+mn-lt"/>
              </a:defRPr>
            </a:lvl1pPr>
          </a:lstStyle>
          <a:p>
            <a:endParaRPr lang="en-NZ" dirty="0"/>
          </a:p>
        </p:txBody>
      </p:sp>
      <p:sp>
        <p:nvSpPr>
          <p:cNvPr id="3" name="Date Placeholder 2"/>
          <p:cNvSpPr>
            <a:spLocks noGrp="1"/>
          </p:cNvSpPr>
          <p:nvPr>
            <p:ph type="dt" idx="1"/>
          </p:nvPr>
        </p:nvSpPr>
        <p:spPr>
          <a:xfrm>
            <a:off x="3855839" y="1"/>
            <a:ext cx="2949786" cy="498693"/>
          </a:xfrm>
          <a:prstGeom prst="rect">
            <a:avLst/>
          </a:prstGeom>
        </p:spPr>
        <p:txBody>
          <a:bodyPr vert="horz" lIns="91474" tIns="45737" rIns="91474" bIns="45737" rtlCol="0"/>
          <a:lstStyle>
            <a:lvl1pPr algn="r">
              <a:defRPr sz="1200" b="0" i="0">
                <a:latin typeface="+mn-lt"/>
              </a:defRPr>
            </a:lvl1pPr>
          </a:lstStyle>
          <a:p>
            <a:fld id="{72A1673E-E3F0-41EB-8C5F-8EC9A5FDE63C}" type="datetimeFigureOut">
              <a:rPr lang="en-NZ" smtClean="0"/>
              <a:pPr/>
              <a:t>24/03/2025</a:t>
            </a:fld>
            <a:endParaRPr lang="en-NZ" dirty="0"/>
          </a:p>
        </p:txBody>
      </p:sp>
      <p:sp>
        <p:nvSpPr>
          <p:cNvPr id="4" name="Slide Image Placeholder 3"/>
          <p:cNvSpPr>
            <a:spLocks noGrp="1" noRot="1" noChangeAspect="1"/>
          </p:cNvSpPr>
          <p:nvPr>
            <p:ph type="sldImg" idx="2"/>
          </p:nvPr>
        </p:nvSpPr>
        <p:spPr>
          <a:xfrm>
            <a:off x="422275" y="1243013"/>
            <a:ext cx="5964238" cy="3355975"/>
          </a:xfrm>
          <a:prstGeom prst="rect">
            <a:avLst/>
          </a:prstGeom>
          <a:noFill/>
          <a:ln w="12700">
            <a:solidFill>
              <a:prstClr val="black"/>
            </a:solidFill>
          </a:ln>
        </p:spPr>
        <p:txBody>
          <a:bodyPr vert="horz" lIns="91474" tIns="45737" rIns="91474" bIns="45737" rtlCol="0" anchor="ctr"/>
          <a:lstStyle/>
          <a:p>
            <a:endParaRPr lang="en-NZ" dirty="0"/>
          </a:p>
        </p:txBody>
      </p:sp>
      <p:sp>
        <p:nvSpPr>
          <p:cNvPr id="5" name="Notes Placeholder 4"/>
          <p:cNvSpPr>
            <a:spLocks noGrp="1"/>
          </p:cNvSpPr>
          <p:nvPr>
            <p:ph type="body" sz="quarter" idx="3"/>
          </p:nvPr>
        </p:nvSpPr>
        <p:spPr>
          <a:xfrm>
            <a:off x="680721" y="4783309"/>
            <a:ext cx="5445760" cy="3913614"/>
          </a:xfrm>
          <a:prstGeom prst="rect">
            <a:avLst/>
          </a:prstGeom>
        </p:spPr>
        <p:txBody>
          <a:bodyPr vert="horz" lIns="91474" tIns="45737" rIns="91474" bIns="4573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
        <p:nvSpPr>
          <p:cNvPr id="6" name="Footer Placeholder 5"/>
          <p:cNvSpPr>
            <a:spLocks noGrp="1"/>
          </p:cNvSpPr>
          <p:nvPr>
            <p:ph type="ftr" sz="quarter" idx="4"/>
          </p:nvPr>
        </p:nvSpPr>
        <p:spPr>
          <a:xfrm>
            <a:off x="2" y="9440647"/>
            <a:ext cx="2949786" cy="498693"/>
          </a:xfrm>
          <a:prstGeom prst="rect">
            <a:avLst/>
          </a:prstGeom>
        </p:spPr>
        <p:txBody>
          <a:bodyPr vert="horz" lIns="91474" tIns="45737" rIns="91474" bIns="45737" rtlCol="0" anchor="b"/>
          <a:lstStyle>
            <a:lvl1pPr algn="l">
              <a:defRPr sz="1200" b="0" i="0">
                <a:latin typeface="+mn-lt"/>
              </a:defRPr>
            </a:lvl1pPr>
          </a:lstStyle>
          <a:p>
            <a:endParaRPr lang="en-NZ" dirty="0"/>
          </a:p>
        </p:txBody>
      </p:sp>
      <p:sp>
        <p:nvSpPr>
          <p:cNvPr id="7" name="Slide Number Placeholder 6"/>
          <p:cNvSpPr>
            <a:spLocks noGrp="1"/>
          </p:cNvSpPr>
          <p:nvPr>
            <p:ph type="sldNum" sz="quarter" idx="5"/>
          </p:nvPr>
        </p:nvSpPr>
        <p:spPr>
          <a:xfrm>
            <a:off x="3855839" y="9440647"/>
            <a:ext cx="2949786" cy="498693"/>
          </a:xfrm>
          <a:prstGeom prst="rect">
            <a:avLst/>
          </a:prstGeom>
        </p:spPr>
        <p:txBody>
          <a:bodyPr vert="horz" lIns="91474" tIns="45737" rIns="91474" bIns="45737" rtlCol="0" anchor="b"/>
          <a:lstStyle>
            <a:lvl1pPr algn="r">
              <a:defRPr sz="1200" b="0" i="0">
                <a:latin typeface="+mn-lt"/>
              </a:defRPr>
            </a:lvl1pPr>
          </a:lstStyle>
          <a:p>
            <a:fld id="{F4089372-A661-494F-90C4-94E25994D307}" type="slidenum">
              <a:rPr lang="en-NZ" smtClean="0"/>
              <a:pPr/>
              <a:t>‹#›</a:t>
            </a:fld>
            <a:endParaRPr lang="en-NZ" dirty="0"/>
          </a:p>
        </p:txBody>
      </p:sp>
    </p:spTree>
    <p:extLst>
      <p:ext uri="{BB962C8B-B14F-4D97-AF65-F5344CB8AC3E}">
        <p14:creationId xmlns:p14="http://schemas.microsoft.com/office/powerpoint/2010/main" val="11386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n-lt"/>
        <a:ea typeface="+mn-ea"/>
        <a:cs typeface="+mn-cs"/>
      </a:defRPr>
    </a:lvl1pPr>
    <a:lvl2pPr marL="457200" algn="l" defTabSz="914400" rtl="0" eaLnBrk="1" latinLnBrk="0" hangingPunct="1">
      <a:defRPr sz="1200" b="0" i="0" kern="1200">
        <a:solidFill>
          <a:schemeClr val="tx1"/>
        </a:solidFill>
        <a:latin typeface="+mn-lt"/>
        <a:ea typeface="+mn-ea"/>
        <a:cs typeface="+mn-cs"/>
      </a:defRPr>
    </a:lvl2pPr>
    <a:lvl3pPr marL="914400" algn="l" defTabSz="914400" rtl="0" eaLnBrk="1" latinLnBrk="0" hangingPunct="1">
      <a:defRPr sz="1200" b="0" i="0" kern="1200">
        <a:solidFill>
          <a:schemeClr val="tx1"/>
        </a:solidFill>
        <a:latin typeface="+mn-lt"/>
        <a:ea typeface="+mn-ea"/>
        <a:cs typeface="+mn-cs"/>
      </a:defRPr>
    </a:lvl3pPr>
    <a:lvl4pPr marL="1371600" algn="l" defTabSz="914400" rtl="0" eaLnBrk="1" latinLnBrk="0" hangingPunct="1">
      <a:defRPr sz="1200" b="0" i="0" kern="1200">
        <a:solidFill>
          <a:schemeClr val="tx1"/>
        </a:solidFill>
        <a:latin typeface="+mn-lt"/>
        <a:ea typeface="+mn-ea"/>
        <a:cs typeface="+mn-cs"/>
      </a:defRPr>
    </a:lvl4pPr>
    <a:lvl5pPr marL="1828800" algn="l" defTabSz="914400" rtl="0" eaLnBrk="1" latinLnBrk="0" hangingPunct="1">
      <a:defRPr sz="1200" b="0" i="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3.jpeg"/><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jpeg"/><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lack">
    <p:bg>
      <p:bgPr>
        <a:solidFill>
          <a:schemeClr val="tx1"/>
        </a:solidFill>
        <a:effectLst/>
      </p:bgPr>
    </p:bg>
    <p:spTree>
      <p:nvGrpSpPr>
        <p:cNvPr id="1" name=""/>
        <p:cNvGrpSpPr/>
        <p:nvPr/>
      </p:nvGrpSpPr>
      <p:grpSpPr>
        <a:xfrm>
          <a:off x="0" y="0"/>
          <a:ext cx="0" cy="0"/>
          <a:chOff x="0" y="0"/>
          <a:chExt cx="0" cy="0"/>
        </a:xfrm>
      </p:grpSpPr>
      <p:pic>
        <p:nvPicPr>
          <p:cNvPr id="9"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4780501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hite">
    <p:spTree>
      <p:nvGrpSpPr>
        <p:cNvPr id="1" name=""/>
        <p:cNvGrpSpPr/>
        <p:nvPr/>
      </p:nvGrpSpPr>
      <p:grpSpPr>
        <a:xfrm>
          <a:off x="0" y="0"/>
          <a:ext cx="0" cy="0"/>
          <a:chOff x="0" y="0"/>
          <a:chExt cx="0" cy="0"/>
        </a:xfrm>
      </p:grpSpPr>
      <p:pic>
        <p:nvPicPr>
          <p:cNvPr id="10"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Rectangle 10"/>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AFE99A1-F019-42EF-A6DD-FBA9CE0E5FB1}"/>
              </a:ext>
            </a:extLst>
          </p:cNvPr>
          <p:cNvGrpSpPr/>
          <p:nvPr userDrawn="1"/>
        </p:nvGrpSpPr>
        <p:grpSpPr>
          <a:xfrm>
            <a:off x="9220200" y="5410200"/>
            <a:ext cx="2601503" cy="1082742"/>
            <a:chOff x="10616154" y="97913"/>
            <a:chExt cx="3619726" cy="1349912"/>
          </a:xfrm>
        </p:grpSpPr>
        <p:pic>
          <p:nvPicPr>
            <p:cNvPr id="14"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White">
    <p:spTree>
      <p:nvGrpSpPr>
        <p:cNvPr id="1" name=""/>
        <p:cNvGrpSpPr/>
        <p:nvPr/>
      </p:nvGrpSpPr>
      <p:grpSpPr>
        <a:xfrm>
          <a:off x="0" y="0"/>
          <a:ext cx="0" cy="0"/>
          <a:chOff x="0" y="0"/>
          <a:chExt cx="0" cy="0"/>
        </a:xfrm>
      </p:grpSpPr>
      <p:pic>
        <p:nvPicPr>
          <p:cNvPr id="13"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grpSp>
        <p:nvGrpSpPr>
          <p:cNvPr id="21" name="Group 20">
            <a:extLst>
              <a:ext uri="{FF2B5EF4-FFF2-40B4-BE49-F238E27FC236}">
                <a16:creationId xmlns:a16="http://schemas.microsoft.com/office/drawing/2014/main" id="{5AFE99A1-F019-42EF-A6DD-FBA9CE0E5FB1}"/>
              </a:ext>
            </a:extLst>
          </p:cNvPr>
          <p:cNvGrpSpPr/>
          <p:nvPr userDrawn="1"/>
        </p:nvGrpSpPr>
        <p:grpSpPr>
          <a:xfrm>
            <a:off x="9220200" y="304800"/>
            <a:ext cx="2601503" cy="1082742"/>
            <a:chOff x="10616154" y="97913"/>
            <a:chExt cx="3619726" cy="1349912"/>
          </a:xfrm>
        </p:grpSpPr>
        <p:pic>
          <p:nvPicPr>
            <p:cNvPr id="22"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p:spTree>
      <p:nvGrpSpPr>
        <p:cNvPr id="1" name=""/>
        <p:cNvGrpSpPr/>
        <p:nvPr/>
      </p:nvGrpSpPr>
      <p:grpSpPr>
        <a:xfrm>
          <a:off x="0" y="0"/>
          <a:ext cx="0" cy="0"/>
          <a:chOff x="0" y="0"/>
          <a:chExt cx="0" cy="0"/>
        </a:xfrm>
      </p:grpSpPr>
      <p:pic>
        <p:nvPicPr>
          <p:cNvPr id="14"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289665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Whit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C96D411-367F-DE44-B86F-24693F081E88}"/>
              </a:ext>
            </a:extLst>
          </p:cNvPr>
          <p:cNvSpPr>
            <a:spLocks noGrp="1"/>
          </p:cNvSpPr>
          <p:nvPr>
            <p:ph type="pic" sz="quarter" idx="15"/>
          </p:nvPr>
        </p:nvSpPr>
        <p:spPr>
          <a:xfrm>
            <a:off x="0" y="0"/>
            <a:ext cx="12192000" cy="6858000"/>
          </a:xfrm>
          <a:prstGeom prst="rect">
            <a:avLst/>
          </a:prstGeom>
        </p:spPr>
        <p:txBody>
          <a:bodyPr/>
          <a:lstStyle>
            <a:lvl1pPr>
              <a:defRPr>
                <a:latin typeface="Roboto Medium" pitchFamily="2" charset="0"/>
                <a:ea typeface="Roboto Medium" pitchFamily="2" charset="0"/>
              </a:defRPr>
            </a:lvl1pPr>
          </a:lstStyle>
          <a:p>
            <a:r>
              <a:rPr lang="en-US"/>
              <a:t>Click icon to add picture</a:t>
            </a:r>
            <a:endParaRPr lang="en-US" dirty="0"/>
          </a:p>
        </p:txBody>
      </p:sp>
      <p:sp>
        <p:nvSpPr>
          <p:cNvPr id="12"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4580247"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3"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pic>
        <p:nvPicPr>
          <p:cNvPr id="16" name="Picture 2" descr="C:\Users\Admin\Downloads\REVA LOGO2.png"/>
          <p:cNvPicPr>
            <a:picLocks noChangeAspect="1" noChangeArrowheads="1"/>
          </p:cNvPicPr>
          <p:nvPr userDrawn="1"/>
        </p:nvPicPr>
        <p:blipFill>
          <a:blip r:embed="rId2" cstate="print"/>
          <a:srcRect/>
          <a:stretch>
            <a:fillRect/>
          </a:stretch>
        </p:blipFill>
        <p:spPr bwMode="auto">
          <a:xfrm>
            <a:off x="754380" y="1857550"/>
            <a:ext cx="3581400" cy="997709"/>
          </a:xfrm>
          <a:prstGeom prst="rect">
            <a:avLst/>
          </a:prstGeom>
          <a:noFill/>
        </p:spPr>
      </p:pic>
    </p:spTree>
    <p:extLst>
      <p:ext uri="{BB962C8B-B14F-4D97-AF65-F5344CB8AC3E}">
        <p14:creationId xmlns:p14="http://schemas.microsoft.com/office/powerpoint/2010/main" val="643554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Black">
    <p:bg bwMode="gray">
      <p:bgPr>
        <a:solidFill>
          <a:schemeClr val="bg1"/>
        </a:solidFill>
        <a:effectLst/>
      </p:bgPr>
    </p:bg>
    <p:spTree>
      <p:nvGrpSpPr>
        <p:cNvPr id="1" name=""/>
        <p:cNvGrpSpPr/>
        <p:nvPr/>
      </p:nvGrpSpPr>
      <p:grpSpPr>
        <a:xfrm>
          <a:off x="0" y="0"/>
          <a:ext cx="0" cy="0"/>
          <a:chOff x="0" y="0"/>
          <a:chExt cx="0" cy="0"/>
        </a:xfrm>
      </p:grpSpPr>
      <p:pic>
        <p:nvPicPr>
          <p:cNvPr id="3074"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502052CF-F9E7-714A-BDAE-9BE0ECB4DA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02334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Tree>
    <p:extLst>
      <p:ext uri="{BB962C8B-B14F-4D97-AF65-F5344CB8AC3E}">
        <p14:creationId xmlns:p14="http://schemas.microsoft.com/office/powerpoint/2010/main" val="1792141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Agenda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7" name="Text Placeholder 2">
            <a:extLst>
              <a:ext uri="{FF2B5EF4-FFF2-40B4-BE49-F238E27FC236}">
                <a16:creationId xmlns:a16="http://schemas.microsoft.com/office/drawing/2014/main" id="{EF680B5D-7167-924C-AF0A-D048ACEDB4E4}"/>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8" name="Title 1">
            <a:extLst>
              <a:ext uri="{FF2B5EF4-FFF2-40B4-BE49-F238E27FC236}">
                <a16:creationId xmlns:a16="http://schemas.microsoft.com/office/drawing/2014/main" id="{4B8854B0-9314-934B-A796-5B8219D03959}"/>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 (Two Columns)</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92246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Agenda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ext Placeholder 2">
            <a:extLst>
              <a:ext uri="{FF2B5EF4-FFF2-40B4-BE49-F238E27FC236}">
                <a16:creationId xmlns:a16="http://schemas.microsoft.com/office/drawing/2014/main" id="{41BD9FBF-4057-CE4A-95FF-A7E4437BE406}"/>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9" name="Text Placeholder 2">
            <a:extLst>
              <a:ext uri="{FF2B5EF4-FFF2-40B4-BE49-F238E27FC236}">
                <a16:creationId xmlns:a16="http://schemas.microsoft.com/office/drawing/2014/main" id="{8F61B18F-41E7-EB43-A1A5-986763A09CCA}"/>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E3932FE3-F1D5-2245-8974-1F3F9EDF2F16}"/>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 (Two Columns)</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1241344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Black">
    <p:bg bwMode="gray">
      <p:bgPr>
        <a:solidFill>
          <a:schemeClr val="bg1"/>
        </a:solidFill>
        <a:effectLst/>
      </p:bgPr>
    </p:bg>
    <p:spTree>
      <p:nvGrpSpPr>
        <p:cNvPr id="1" name=""/>
        <p:cNvGrpSpPr/>
        <p:nvPr/>
      </p:nvGrpSpPr>
      <p:grpSpPr>
        <a:xfrm>
          <a:off x="0" y="0"/>
          <a:ext cx="0" cy="0"/>
          <a:chOff x="0" y="0"/>
          <a:chExt cx="0" cy="0"/>
        </a:xfrm>
      </p:grpSpPr>
      <p:pic>
        <p:nvPicPr>
          <p:cNvPr id="4098" name="Picture 2" descr="C:\Users\Admin\Downloads\ilovepdf_pages-to-jpg (4)\RU_PPT Template-Grey Blank (1)_page-0002.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7"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0"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chemeClr val="bg1"/>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1"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413159170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White">
    <p:bg bwMode="gray">
      <p:bgPr>
        <a:solidFill>
          <a:schemeClr val="bg1"/>
        </a:solidFill>
        <a:effectLst/>
      </p:bgPr>
    </p:bg>
    <p:spTree>
      <p:nvGrpSpPr>
        <p:cNvPr id="1" name=""/>
        <p:cNvGrpSpPr/>
        <p:nvPr/>
      </p:nvGrpSpPr>
      <p:grpSpPr>
        <a:xfrm>
          <a:off x="0" y="0"/>
          <a:ext cx="0" cy="0"/>
          <a:chOff x="0" y="0"/>
          <a:chExt cx="0" cy="0"/>
        </a:xfrm>
      </p:grpSpPr>
      <p:pic>
        <p:nvPicPr>
          <p:cNvPr id="5122"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2"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4" name="Picture 3" descr="C:\Users\Admin\Downloads\1-05.png"/>
          <p:cNvPicPr>
            <a:picLocks noChangeAspect="1" noChangeArrowheads="1"/>
          </p:cNvPicPr>
          <p:nvPr userDrawn="1"/>
        </p:nvPicPr>
        <p:blipFill>
          <a:blip r:embed="rId3"/>
          <a:srcRect r="73063"/>
          <a:stretch>
            <a:fillRect/>
          </a:stretch>
        </p:blipFill>
        <p:spPr bwMode="auto">
          <a:xfrm>
            <a:off x="-54605" y="-381001"/>
            <a:ext cx="955557" cy="1711183"/>
          </a:xfrm>
          <a:prstGeom prst="rect">
            <a:avLst/>
          </a:prstGeom>
          <a:noFill/>
        </p:spPr>
      </p:pic>
    </p:spTree>
    <p:extLst>
      <p:ext uri="{BB962C8B-B14F-4D97-AF65-F5344CB8AC3E}">
        <p14:creationId xmlns:p14="http://schemas.microsoft.com/office/powerpoint/2010/main" val="2731359464"/>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vider White">
    <p:bg bwMode="gray">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77724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1" name="Picture Placeholder 2">
            <a:extLst>
              <a:ext uri="{FF2B5EF4-FFF2-40B4-BE49-F238E27FC236}">
                <a16:creationId xmlns:a16="http://schemas.microsoft.com/office/drawing/2014/main" id="{DDAC6C2B-8407-D64F-820D-E7CF746EE15D}"/>
              </a:ext>
            </a:extLst>
          </p:cNvPr>
          <p:cNvSpPr>
            <a:spLocks noGrp="1"/>
          </p:cNvSpPr>
          <p:nvPr>
            <p:ph type="pic" sz="quarter" idx="15"/>
          </p:nvPr>
        </p:nvSpPr>
        <p:spPr>
          <a:xfrm>
            <a:off x="0" y="0"/>
            <a:ext cx="12192000" cy="6858000"/>
          </a:xfrm>
          <a:prstGeom prst="rect">
            <a:avLst/>
          </a:prstGeom>
        </p:spPr>
        <p:txBody>
          <a:bodyPr/>
          <a:lstStyle>
            <a:lvl1pPr>
              <a:defRPr>
                <a:latin typeface="Nobel-Book" panose="02000503040000020004" pitchFamily="2" charset="0"/>
              </a:defRPr>
            </a:lvl1pPr>
          </a:lstStyle>
          <a:p>
            <a:endParaRPr lang="en-US" dirty="0"/>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sp>
        <p:nvSpPr>
          <p:cNvPr id="14"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5"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117327408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4"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rgbClr val="A5A5A5"/>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34062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3"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chemeClr val="bg1"/>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347756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13" name="Picture Placeholder 12"/>
          <p:cNvSpPr>
            <a:spLocks noGrp="1"/>
          </p:cNvSpPr>
          <p:nvPr>
            <p:ph type="pic" sz="quarter" idx="15" hasCustomPrompt="1"/>
          </p:nvPr>
        </p:nvSpPr>
        <p:spPr>
          <a:xfrm>
            <a:off x="609600" y="1447800"/>
            <a:ext cx="5257800" cy="4038600"/>
          </a:xfrm>
          <a:prstGeom prst="rect">
            <a:avLst/>
          </a:prstGeom>
        </p:spPr>
        <p:txBody>
          <a:bodyPr/>
          <a:lstStyle>
            <a:lvl1pPr>
              <a:defRPr baseline="0">
                <a:solidFill>
                  <a:schemeClr val="tx1"/>
                </a:solidFill>
                <a:latin typeface="Roboto Medium" pitchFamily="2" charset="0"/>
                <a:ea typeface="Roboto Medium" pitchFamily="2" charset="0"/>
              </a:defRPr>
            </a:lvl1pPr>
          </a:lstStyle>
          <a:p>
            <a:r>
              <a:rPr lang="en-US" dirty="0"/>
              <a:t>Click icon to add image</a:t>
            </a:r>
          </a:p>
        </p:txBody>
      </p:sp>
      <p:sp>
        <p:nvSpPr>
          <p:cNvPr id="14"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tx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234062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6" name="Picture Placeholder 12"/>
          <p:cNvSpPr>
            <a:spLocks noGrp="1"/>
          </p:cNvSpPr>
          <p:nvPr>
            <p:ph type="pic" sz="quarter" idx="15" hasCustomPrompt="1"/>
          </p:nvPr>
        </p:nvSpPr>
        <p:spPr>
          <a:xfrm>
            <a:off x="6096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
        <p:nvSpPr>
          <p:cNvPr id="7"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347756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py Slide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2"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1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5"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6"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33335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py Slide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py Slide White">
    <p:bg bwMode="gray">
      <p:bgPr>
        <a:solidFill>
          <a:schemeClr val="bg1"/>
        </a:solidFill>
        <a:effectLst/>
      </p:bgPr>
    </p:bg>
    <p:spTree>
      <p:nvGrpSpPr>
        <p:cNvPr id="1" name=""/>
        <p:cNvGrpSpPr/>
        <p:nvPr/>
      </p:nvGrpSpPr>
      <p:grpSpPr>
        <a:xfrm>
          <a:off x="0" y="0"/>
          <a:ext cx="0" cy="0"/>
          <a:chOff x="0" y="0"/>
          <a:chExt cx="0" cy="0"/>
        </a:xfrm>
      </p:grpSpPr>
      <p:pic>
        <p:nvPicPr>
          <p:cNvPr id="10242"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py Slide White">
    <p:bg bwMode="gray">
      <p:bgPr>
        <a:solidFill>
          <a:schemeClr val="bg1"/>
        </a:solidFill>
        <a:effectLst/>
      </p:bgPr>
    </p:bg>
    <p:spTree>
      <p:nvGrpSpPr>
        <p:cNvPr id="1" name=""/>
        <p:cNvGrpSpPr/>
        <p:nvPr/>
      </p:nvGrpSpPr>
      <p:grpSpPr>
        <a:xfrm>
          <a:off x="0" y="0"/>
          <a:ext cx="0" cy="0"/>
          <a:chOff x="0" y="0"/>
          <a:chExt cx="0" cy="0"/>
        </a:xfrm>
      </p:grpSpPr>
      <p:pic>
        <p:nvPicPr>
          <p:cNvPr id="11266"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py and Image Black 3">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chemeClr val="bg1"/>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3"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237723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py and Image White 5">
    <p:bg bwMode="gray">
      <p:bgPr>
        <a:solidFill>
          <a:schemeClr val="bg1"/>
        </a:solidFill>
        <a:effectLst/>
      </p:bgPr>
    </p:bg>
    <p:spTree>
      <p:nvGrpSpPr>
        <p:cNvPr id="1" name=""/>
        <p:cNvGrpSpPr/>
        <p:nvPr/>
      </p:nvGrpSpPr>
      <p:grpSpPr>
        <a:xfrm>
          <a:off x="0" y="0"/>
          <a:ext cx="0" cy="0"/>
          <a:chOff x="0" y="0"/>
          <a:chExt cx="0" cy="0"/>
        </a:xfrm>
      </p:grpSpPr>
      <p:pic>
        <p:nvPicPr>
          <p:cNvPr id="18"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3"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5"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16"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7"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7325709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Images Slide Black">
    <p:bg bwMode="gray">
      <p:bgPr>
        <a:solidFill>
          <a:schemeClr val="bg1"/>
        </a:solidFill>
        <a:effectLst/>
      </p:bgPr>
    </p:bg>
    <p:spTree>
      <p:nvGrpSpPr>
        <p:cNvPr id="1" name=""/>
        <p:cNvGrpSpPr/>
        <p:nvPr/>
      </p:nvGrpSpPr>
      <p:grpSpPr>
        <a:xfrm>
          <a:off x="0" y="0"/>
          <a:ext cx="0" cy="0"/>
          <a:chOff x="0" y="0"/>
          <a:chExt cx="0" cy="0"/>
        </a:xfrm>
      </p:grpSpPr>
      <p:pic>
        <p:nvPicPr>
          <p:cNvPr id="2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rgbClr val="A5A5A5"/>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3 Images Slide Black">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chemeClr val="bg1"/>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Slide Black">
    <p:bg bwMode="gray">
      <p:bgPr>
        <a:solidFill>
          <a:schemeClr val="bg1"/>
        </a:solidFill>
        <a:effectLst/>
      </p:bgPr>
    </p:bg>
    <p:spTree>
      <p:nvGrpSpPr>
        <p:cNvPr id="1" name=""/>
        <p:cNvGrpSpPr/>
        <p:nvPr/>
      </p:nvGrpSpPr>
      <p:grpSpPr>
        <a:xfrm>
          <a:off x="0" y="0"/>
          <a:ext cx="0" cy="0"/>
          <a:chOff x="0" y="0"/>
          <a:chExt cx="0" cy="0"/>
        </a:xfrm>
      </p:grpSpPr>
      <p:pic>
        <p:nvPicPr>
          <p:cNvPr id="8194"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able Slide Black">
    <p:bg bwMode="gray">
      <p:bgPr>
        <a:solidFill>
          <a:schemeClr val="bg1"/>
        </a:solidFill>
        <a:effectLst/>
      </p:bgPr>
    </p:bg>
    <p:spTree>
      <p:nvGrpSpPr>
        <p:cNvPr id="1" name=""/>
        <p:cNvGrpSpPr/>
        <p:nvPr/>
      </p:nvGrpSpPr>
      <p:grpSpPr>
        <a:xfrm>
          <a:off x="0" y="0"/>
          <a:ext cx="0" cy="0"/>
          <a:chOff x="0" y="0"/>
          <a:chExt cx="0" cy="0"/>
        </a:xfrm>
      </p:grpSpPr>
      <p:pic>
        <p:nvPicPr>
          <p:cNvPr id="9218"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Slide Black">
    <p:bg bwMode="gray">
      <p:bgPr>
        <a:solidFill>
          <a:schemeClr val="bg1"/>
        </a:solidFill>
        <a:effectLst/>
      </p:bgPr>
    </p:bg>
    <p:spTree>
      <p:nvGrpSpPr>
        <p:cNvPr id="1" name=""/>
        <p:cNvGrpSpPr/>
        <p:nvPr/>
      </p:nvGrpSpPr>
      <p:grpSpPr>
        <a:xfrm>
          <a:off x="0" y="0"/>
          <a:ext cx="0" cy="0"/>
          <a:chOff x="0" y="0"/>
          <a:chExt cx="0" cy="0"/>
        </a:xfrm>
      </p:grpSpPr>
      <p:pic>
        <p:nvPicPr>
          <p:cNvPr id="12290"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Graph Slide Black">
    <p:bg bwMode="gray">
      <p:bgPr>
        <a:solidFill>
          <a:schemeClr val="bg1"/>
        </a:solidFill>
        <a:effectLst/>
      </p:bgPr>
    </p:bg>
    <p:spTree>
      <p:nvGrpSpPr>
        <p:cNvPr id="1" name=""/>
        <p:cNvGrpSpPr/>
        <p:nvPr/>
      </p:nvGrpSpPr>
      <p:grpSpPr>
        <a:xfrm>
          <a:off x="0" y="0"/>
          <a:ext cx="0" cy="0"/>
          <a:chOff x="0" y="0"/>
          <a:chExt cx="0" cy="0"/>
        </a:xfrm>
      </p:grpSpPr>
      <p:pic>
        <p:nvPicPr>
          <p:cNvPr id="13314"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py and Graph Black">
    <p:bg bwMode="gray">
      <p:bgPr>
        <a:solidFill>
          <a:schemeClr val="bg1"/>
        </a:solidFill>
        <a:effectLst/>
      </p:bgPr>
    </p:bg>
    <p:spTree>
      <p:nvGrpSpPr>
        <p:cNvPr id="1" name=""/>
        <p:cNvGrpSpPr/>
        <p:nvPr/>
      </p:nvGrpSpPr>
      <p:grpSpPr>
        <a:xfrm>
          <a:off x="0" y="0"/>
          <a:ext cx="0" cy="0"/>
          <a:chOff x="0" y="0"/>
          <a:chExt cx="0" cy="0"/>
        </a:xfrm>
      </p:grpSpPr>
      <p:pic>
        <p:nvPicPr>
          <p:cNvPr id="9"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py and Graph Black">
    <p:bg bwMode="gray">
      <p:bgPr>
        <a:solidFill>
          <a:schemeClr val="bg1"/>
        </a:solidFill>
        <a:effectLst/>
      </p:bgPr>
    </p:bg>
    <p:spTree>
      <p:nvGrpSpPr>
        <p:cNvPr id="1" name=""/>
        <p:cNvGrpSpPr/>
        <p:nvPr/>
      </p:nvGrpSpPr>
      <p:grpSpPr>
        <a:xfrm>
          <a:off x="0" y="0"/>
          <a:ext cx="0" cy="0"/>
          <a:chOff x="0" y="0"/>
          <a:chExt cx="0" cy="0"/>
        </a:xfrm>
      </p:grpSpPr>
      <p:pic>
        <p:nvPicPr>
          <p:cNvPr id="7"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low Slide Black">
    <p:bg bwMode="gray">
      <p:bgPr>
        <a:solidFill>
          <a:schemeClr val="bg1"/>
        </a:solidFill>
        <a:effectLst/>
      </p:bgPr>
    </p:bg>
    <p:spTree>
      <p:nvGrpSpPr>
        <p:cNvPr id="1" name=""/>
        <p:cNvGrpSpPr/>
        <p:nvPr/>
      </p:nvGrpSpPr>
      <p:grpSpPr>
        <a:xfrm>
          <a:off x="0" y="0"/>
          <a:ext cx="0" cy="0"/>
          <a:chOff x="0" y="0"/>
          <a:chExt cx="0" cy="0"/>
        </a:xfrm>
      </p:grpSpPr>
      <p:pic>
        <p:nvPicPr>
          <p:cNvPr id="21"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Work Flow slide</a:t>
            </a:r>
          </a:p>
        </p:txBody>
      </p:sp>
      <p:sp>
        <p:nvSpPr>
          <p:cNvPr id="7" name="Text Placeholder 2">
            <a:extLst>
              <a:ext uri="{FF2B5EF4-FFF2-40B4-BE49-F238E27FC236}">
                <a16:creationId xmlns:a16="http://schemas.microsoft.com/office/drawing/2014/main" id="{9C105C5C-DB09-9B48-BE37-71390178EE77}"/>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 name="Pentagon 1">
            <a:extLst>
              <a:ext uri="{FF2B5EF4-FFF2-40B4-BE49-F238E27FC236}">
                <a16:creationId xmlns:a16="http://schemas.microsoft.com/office/drawing/2014/main" id="{8FBA3758-16A0-D14A-BD36-337B1D31271F}"/>
              </a:ext>
            </a:extLst>
          </p:cNvPr>
          <p:cNvSpPr/>
          <p:nvPr userDrawn="1"/>
        </p:nvSpPr>
        <p:spPr>
          <a:xfrm>
            <a:off x="808086" y="2636912"/>
            <a:ext cx="3816424" cy="1800200"/>
          </a:xfrm>
          <a:prstGeom prst="homePlate">
            <a:avLst>
              <a:gd name="adj" fmla="val 2289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5" name="Freeform 14">
            <a:extLst>
              <a:ext uri="{FF2B5EF4-FFF2-40B4-BE49-F238E27FC236}">
                <a16:creationId xmlns:a16="http://schemas.microsoft.com/office/drawing/2014/main" id="{64720C1A-BDFE-E146-B6ED-4700DEA3F3E3}"/>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7" name="Freeform 16">
            <a:extLst>
              <a:ext uri="{FF2B5EF4-FFF2-40B4-BE49-F238E27FC236}">
                <a16:creationId xmlns:a16="http://schemas.microsoft.com/office/drawing/2014/main" id="{E3B464B9-0F71-424C-BC88-02B2AA03265F}"/>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5" name="Text Placeholder 4">
            <a:extLst>
              <a:ext uri="{FF2B5EF4-FFF2-40B4-BE49-F238E27FC236}">
                <a16:creationId xmlns:a16="http://schemas.microsoft.com/office/drawing/2014/main" id="{5D376484-E90C-F04E-B131-5D61FED1F333}"/>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194D7AD1-383D-8841-8460-9BA6874F355E}"/>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9" name="Text Placeholder 4">
            <a:extLst>
              <a:ext uri="{FF2B5EF4-FFF2-40B4-BE49-F238E27FC236}">
                <a16:creationId xmlns:a16="http://schemas.microsoft.com/office/drawing/2014/main" id="{D95E0D3F-8EC7-5649-B14D-1D587E65EF9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20" name="Text Placeholder 4">
            <a:extLst>
              <a:ext uri="{FF2B5EF4-FFF2-40B4-BE49-F238E27FC236}">
                <a16:creationId xmlns:a16="http://schemas.microsoft.com/office/drawing/2014/main" id="{7D7869EA-8258-0C41-A3E5-4FCD4D1F1758}"/>
              </a:ext>
            </a:extLst>
          </p:cNvPr>
          <p:cNvSpPr>
            <a:spLocks noGrp="1"/>
          </p:cNvSpPr>
          <p:nvPr>
            <p:ph type="body" sz="quarter" idx="21" hasCustomPrompt="1"/>
          </p:nvPr>
        </p:nvSpPr>
        <p:spPr>
          <a:xfrm>
            <a:off x="880590" y="4648587"/>
            <a:ext cx="3311525" cy="1657350"/>
          </a:xfrm>
          <a:prstGeom prst="rect">
            <a:avLst/>
          </a:prstGeom>
        </p:spPr>
        <p:txBody>
          <a:bodyPr/>
          <a:lstStyle>
            <a:lvl1pPr>
              <a:spcBef>
                <a:spcPts val="300"/>
              </a:spcBef>
              <a:defRPr sz="200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lvl="0"/>
            <a:r>
              <a:rPr lang="en-US" altLang="ja-JP" dirty="0"/>
              <a:t>Editable body copy</a:t>
            </a:r>
          </a:p>
          <a:p>
            <a:pPr lvl="1"/>
            <a:r>
              <a:rPr lang="en-US" dirty="0"/>
              <a:t>Editable body copy</a:t>
            </a:r>
          </a:p>
          <a:p>
            <a:pPr lvl="2"/>
            <a:r>
              <a:rPr lang="en-US" dirty="0"/>
              <a:t>Editable body copy</a:t>
            </a:r>
          </a:p>
        </p:txBody>
      </p:sp>
      <p:sp>
        <p:nvSpPr>
          <p:cNvPr id="23" name="Text Placeholder 4">
            <a:extLst>
              <a:ext uri="{FF2B5EF4-FFF2-40B4-BE49-F238E27FC236}">
                <a16:creationId xmlns:a16="http://schemas.microsoft.com/office/drawing/2014/main" id="{06121E29-064A-1641-86F9-CFB9DAF65AEC}"/>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4" name="Text Placeholder 4">
            <a:extLst>
              <a:ext uri="{FF2B5EF4-FFF2-40B4-BE49-F238E27FC236}">
                <a16:creationId xmlns:a16="http://schemas.microsoft.com/office/drawing/2014/main" id="{0018615F-C088-3949-9CA2-1FDCB1416F79}"/>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048283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low Slide White">
    <p:bg bwMode="gray">
      <p:bgPr>
        <a:solidFill>
          <a:schemeClr val="bg1"/>
        </a:solidFill>
        <a:effectLst/>
      </p:bgPr>
    </p:bg>
    <p:spTree>
      <p:nvGrpSpPr>
        <p:cNvPr id="1" name=""/>
        <p:cNvGrpSpPr/>
        <p:nvPr/>
      </p:nvGrpSpPr>
      <p:grpSpPr>
        <a:xfrm>
          <a:off x="0" y="0"/>
          <a:ext cx="0" cy="0"/>
          <a:chOff x="0" y="0"/>
          <a:chExt cx="0" cy="0"/>
        </a:xfrm>
      </p:grpSpPr>
      <p:pic>
        <p:nvPicPr>
          <p:cNvPr id="23"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Workflow slide</a:t>
            </a:r>
          </a:p>
        </p:txBody>
      </p:sp>
      <p:sp>
        <p:nvSpPr>
          <p:cNvPr id="8" name="Pentagon 7">
            <a:extLst>
              <a:ext uri="{FF2B5EF4-FFF2-40B4-BE49-F238E27FC236}">
                <a16:creationId xmlns:a16="http://schemas.microsoft.com/office/drawing/2014/main" id="{5A79C9B3-40EA-6841-962A-BB4931099614}"/>
              </a:ext>
            </a:extLst>
          </p:cNvPr>
          <p:cNvSpPr/>
          <p:nvPr userDrawn="1"/>
        </p:nvSpPr>
        <p:spPr>
          <a:xfrm>
            <a:off x="808086" y="2636912"/>
            <a:ext cx="3816424" cy="1800200"/>
          </a:xfrm>
          <a:prstGeom prst="homePlate">
            <a:avLst>
              <a:gd name="adj" fmla="val 2289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3" name="Freeform 12">
            <a:extLst>
              <a:ext uri="{FF2B5EF4-FFF2-40B4-BE49-F238E27FC236}">
                <a16:creationId xmlns:a16="http://schemas.microsoft.com/office/drawing/2014/main" id="{65D17357-6BFE-1941-B56A-C8F51F73177D}"/>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4" name="Freeform 13">
            <a:extLst>
              <a:ext uri="{FF2B5EF4-FFF2-40B4-BE49-F238E27FC236}">
                <a16:creationId xmlns:a16="http://schemas.microsoft.com/office/drawing/2014/main" id="{480B83C1-8261-F644-8639-88185FC10CFE}"/>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5" name="Text Placeholder 4">
            <a:extLst>
              <a:ext uri="{FF2B5EF4-FFF2-40B4-BE49-F238E27FC236}">
                <a16:creationId xmlns:a16="http://schemas.microsoft.com/office/drawing/2014/main" id="{CF6605B9-0F65-4D4B-9FFA-E922993530EA}"/>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6" name="Text Placeholder 4">
            <a:extLst>
              <a:ext uri="{FF2B5EF4-FFF2-40B4-BE49-F238E27FC236}">
                <a16:creationId xmlns:a16="http://schemas.microsoft.com/office/drawing/2014/main" id="{99737036-FF00-C544-808C-D5A2177D418C}"/>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7" name="Text Placeholder 4">
            <a:extLst>
              <a:ext uri="{FF2B5EF4-FFF2-40B4-BE49-F238E27FC236}">
                <a16:creationId xmlns:a16="http://schemas.microsoft.com/office/drawing/2014/main" id="{91CC5985-5A7F-6441-BC10-7E669F1E87C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6AB7B642-A681-B34E-977A-6F85EA6BC12A}"/>
              </a:ext>
            </a:extLst>
          </p:cNvPr>
          <p:cNvSpPr>
            <a:spLocks noGrp="1"/>
          </p:cNvSpPr>
          <p:nvPr>
            <p:ph type="body" sz="quarter" idx="21" hasCustomPrompt="1"/>
          </p:nvPr>
        </p:nvSpPr>
        <p:spPr>
          <a:xfrm>
            <a:off x="880590" y="4648587"/>
            <a:ext cx="3311525"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19" name="Text Placeholder 4">
            <a:extLst>
              <a:ext uri="{FF2B5EF4-FFF2-40B4-BE49-F238E27FC236}">
                <a16:creationId xmlns:a16="http://schemas.microsoft.com/office/drawing/2014/main" id="{82827E12-373D-8B4F-AD69-9F7C005EDEA9}"/>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0" name="Text Placeholder 4">
            <a:extLst>
              <a:ext uri="{FF2B5EF4-FFF2-40B4-BE49-F238E27FC236}">
                <a16:creationId xmlns:a16="http://schemas.microsoft.com/office/drawing/2014/main" id="{9FCBB0C0-51D7-0448-A90C-8B8B74462D90}"/>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1" name="Text Placeholder 2">
            <a:extLst>
              <a:ext uri="{FF2B5EF4-FFF2-40B4-BE49-F238E27FC236}">
                <a16:creationId xmlns:a16="http://schemas.microsoft.com/office/drawing/2014/main" id="{0E1F1297-EA50-094F-9E80-E44D36C5432B}"/>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860595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Thank You White">
    <p:bg bwMode="gray">
      <p:bgPr>
        <a:solidFill>
          <a:schemeClr val="bg1"/>
        </a:solidFill>
        <a:effectLst/>
      </p:bgPr>
    </p:bg>
    <p:spTree>
      <p:nvGrpSpPr>
        <p:cNvPr id="1" name=""/>
        <p:cNvGrpSpPr/>
        <p:nvPr/>
      </p:nvGrpSpPr>
      <p:grpSpPr>
        <a:xfrm>
          <a:off x="0" y="0"/>
          <a:ext cx="0" cy="0"/>
          <a:chOff x="0" y="0"/>
          <a:chExt cx="0" cy="0"/>
        </a:xfrm>
      </p:grpSpPr>
      <p:pic>
        <p:nvPicPr>
          <p:cNvPr id="14338"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14339" name="Picture 3" descr="C:\Users\Admin\Downloads\ilovepdf_pages-to-jpg (3)\RU_PPT Template-White Blank (1)_page-0001.jpg"/>
          <p:cNvPicPr>
            <a:picLocks noChangeAspect="1" noChangeArrowheads="1"/>
          </p:cNvPicPr>
          <p:nvPr userDrawn="1"/>
        </p:nvPicPr>
        <p:blipFill>
          <a:blip r:embed="rId3" cstate="print"/>
          <a:srcRect l="6250" t="83342" b="3324"/>
          <a:stretch>
            <a:fillRect/>
          </a:stretch>
        </p:blipFill>
        <p:spPr bwMode="auto">
          <a:xfrm>
            <a:off x="2173941" y="5983224"/>
            <a:ext cx="9982200" cy="798576"/>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Thank You White">
    <p:bg bwMode="gray">
      <p:bgPr>
        <a:solidFill>
          <a:schemeClr val="bg1"/>
        </a:solidFill>
        <a:effectLst/>
      </p:bgPr>
    </p:bg>
    <p:spTree>
      <p:nvGrpSpPr>
        <p:cNvPr id="1" name=""/>
        <p:cNvGrpSpPr/>
        <p:nvPr/>
      </p:nvGrpSpPr>
      <p:grpSpPr>
        <a:xfrm>
          <a:off x="0" y="0"/>
          <a:ext cx="0" cy="0"/>
          <a:chOff x="0" y="0"/>
          <a:chExt cx="0" cy="0"/>
        </a:xfrm>
      </p:grpSpPr>
      <p:pic>
        <p:nvPicPr>
          <p:cNvPr id="5"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3017837"/>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6" name="Picture 2" descr="C:\Users\Admin\Downloads\ilovepdf_pages-to-jpg (2)\RU_PPT Template-Grey Blank_page-0001.jpg"/>
          <p:cNvPicPr>
            <a:picLocks noChangeAspect="1" noChangeArrowheads="1"/>
          </p:cNvPicPr>
          <p:nvPr userDrawn="1"/>
        </p:nvPicPr>
        <p:blipFill>
          <a:blip r:embed="rId2"/>
          <a:srcRect t="69444" b="16667"/>
          <a:stretch>
            <a:fillRect/>
          </a:stretch>
        </p:blipFill>
        <p:spPr bwMode="auto">
          <a:xfrm>
            <a:off x="228600" y="1752600"/>
            <a:ext cx="5486400" cy="114300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hank You White">
    <p:bg bwMode="gray">
      <p:bgPr>
        <a:solidFill>
          <a:schemeClr val="bg1"/>
        </a:solidFill>
        <a:effectLst/>
      </p:bgPr>
    </p:bg>
    <p:spTree>
      <p:nvGrpSpPr>
        <p:cNvPr id="1" name=""/>
        <p:cNvGrpSpPr/>
        <p:nvPr/>
      </p:nvGrpSpPr>
      <p:grpSpPr>
        <a:xfrm>
          <a:off x="0" y="0"/>
          <a:ext cx="0" cy="0"/>
          <a:chOff x="0" y="0"/>
          <a:chExt cx="0" cy="0"/>
        </a:xfrm>
      </p:grpSpPr>
      <p:pic>
        <p:nvPicPr>
          <p:cNvPr id="6" name="Picture 2" descr="C:\Users\Admin\Downloads\FAI_7881_HDR_edit.jpg"/>
          <p:cNvPicPr>
            <a:picLocks noChangeAspect="1" noChangeArrowheads="1"/>
          </p:cNvPicPr>
          <p:nvPr userDrawn="1"/>
        </p:nvPicPr>
        <p:blipFill>
          <a:blip r:embed="rId2" cstate="print"/>
          <a:srcRect r="872" b="11451"/>
          <a:stretch>
            <a:fillRect/>
          </a:stretch>
        </p:blipFill>
        <p:spPr bwMode="auto">
          <a:xfrm>
            <a:off x="-16567" y="-16565"/>
            <a:ext cx="12246810" cy="6896100"/>
          </a:xfrm>
          <a:prstGeom prst="rect">
            <a:avLst/>
          </a:prstGeom>
          <a:noFill/>
        </p:spPr>
      </p:pic>
      <p:sp>
        <p:nvSpPr>
          <p:cNvPr id="7" name="Rectangle 6"/>
          <p:cNvSpPr/>
          <p:nvPr userDrawn="1"/>
        </p:nvSpPr>
        <p:spPr>
          <a:xfrm>
            <a:off x="-26276" y="-26276"/>
            <a:ext cx="12218276" cy="6884276"/>
          </a:xfrm>
          <a:prstGeom prst="rect">
            <a:avLst/>
          </a:prstGeom>
          <a:solidFill>
            <a:schemeClr val="dk1">
              <a:alpha val="59000"/>
            </a:schemeClr>
          </a:solidFill>
        </p:spPr>
        <p:style>
          <a:lnRef idx="2">
            <a:schemeClr val="dk1">
              <a:shade val="50000"/>
            </a:schemeClr>
          </a:lnRef>
          <a:fillRef idx="1">
            <a:schemeClr val="dk1"/>
          </a:fillRef>
          <a:effectRef idx="0">
            <a:schemeClr val="dk1"/>
          </a:effectRef>
          <a:fontRef idx="minor">
            <a:schemeClr val="lt1"/>
          </a:fontRef>
        </p:style>
        <p:txBody>
          <a:bodyPr lIns="76197" tIns="38098" rIns="76197" bIns="38098" rtlCol="0" anchor="ctr"/>
          <a:lstStyle/>
          <a:p>
            <a:pPr algn="ctr"/>
            <a:endParaRPr lang="en-US"/>
          </a:p>
        </p:txBody>
      </p:sp>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chemeClr val="bg1"/>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8" name="Picture 3" descr="C:\Users\Admin\Downloads\1-05.png"/>
          <p:cNvPicPr>
            <a:picLocks noChangeAspect="1" noChangeArrowheads="1"/>
          </p:cNvPicPr>
          <p:nvPr userDrawn="1"/>
        </p:nvPicPr>
        <p:blipFill>
          <a:blip r:embed="rId3"/>
          <a:srcRect/>
          <a:stretch>
            <a:fillRect/>
          </a:stretch>
        </p:blipFill>
        <p:spPr bwMode="auto">
          <a:xfrm>
            <a:off x="8890001" y="0"/>
            <a:ext cx="3064565" cy="147828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Custom Picture">
    <p:bg bwMode="gray">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sp>
        <p:nvSpPr>
          <p:cNvPr id="7" name="Picture Placeholder 2">
            <a:extLst>
              <a:ext uri="{FF2B5EF4-FFF2-40B4-BE49-F238E27FC236}">
                <a16:creationId xmlns:a16="http://schemas.microsoft.com/office/drawing/2014/main" id="{D9D1C3BC-7BFF-1640-819B-5BED6BEC9B4F}"/>
              </a:ext>
            </a:extLst>
          </p:cNvPr>
          <p:cNvSpPr>
            <a:spLocks noGrp="1"/>
          </p:cNvSpPr>
          <p:nvPr>
            <p:ph type="pic" sz="quarter" idx="15" hasCustomPrompt="1"/>
          </p:nvPr>
        </p:nvSpPr>
        <p:spPr>
          <a:xfrm>
            <a:off x="0" y="0"/>
            <a:ext cx="12192000" cy="6858000"/>
          </a:xfrm>
          <a:prstGeom prst="rect">
            <a:avLst/>
          </a:prstGeom>
        </p:spPr>
        <p:txBody>
          <a:bodyPr/>
          <a:lstStyle>
            <a:lvl1pPr>
              <a:defRPr b="0" i="0" baseline="0">
                <a:latin typeface="Roboto Medium" pitchFamily="2" charset="0"/>
                <a:ea typeface="Roboto Medium" pitchFamily="2" charset="0"/>
              </a:defRPr>
            </a:lvl1pPr>
          </a:lstStyle>
          <a:p>
            <a:r>
              <a:rPr lang="en-US" dirty="0"/>
              <a:t>Click icon to add image</a:t>
            </a:r>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pic>
        <p:nvPicPr>
          <p:cNvPr id="11" name="Picture 3" descr="C:\Users\Admin\Downloads\ilovepdf_pages-to-jpg (3)\RU_PPT Template-White Blank (1)_page-0001.jpg"/>
          <p:cNvPicPr>
            <a:picLocks noChangeAspect="1" noChangeArrowheads="1"/>
          </p:cNvPicPr>
          <p:nvPr userDrawn="1"/>
        </p:nvPicPr>
        <p:blipFill>
          <a:blip r:embed="rId3"/>
          <a:srcRect l="6250" t="83342" b="3324"/>
          <a:stretch>
            <a:fillRect/>
          </a:stretch>
        </p:blipFill>
        <p:spPr bwMode="auto">
          <a:xfrm>
            <a:off x="726141" y="5867400"/>
            <a:ext cx="11430000" cy="914400"/>
          </a:xfrm>
          <a:prstGeom prst="rect">
            <a:avLst/>
          </a:prstGeom>
          <a:noFill/>
        </p:spPr>
      </p:pic>
    </p:spTree>
    <p:extLst>
      <p:ext uri="{BB962C8B-B14F-4D97-AF65-F5344CB8AC3E}">
        <p14:creationId xmlns:p14="http://schemas.microsoft.com/office/powerpoint/2010/main" val="21700696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heme" Target="../theme/theme5.xml"/><Relationship Id="rId4"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theme" Target="../theme/theme6.xml"/><Relationship Id="rId4" Type="http://schemas.openxmlformats.org/officeDocument/2006/relationships/slideLayout" Target="../slideLayouts/slideLayout24.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7.xml"/><Relationship Id="rId7" Type="http://schemas.openxmlformats.org/officeDocument/2006/relationships/theme" Target="../theme/theme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5" Type="http://schemas.openxmlformats.org/officeDocument/2006/relationships/theme" Target="../theme/theme9.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07947"/>
      </p:ext>
    </p:extLst>
  </p:cSld>
  <p:clrMap bg1="lt1" tx1="dk1" bg2="lt2" tx2="dk2" accent1="accent1" accent2="accent2" accent3="accent3" accent4="accent4" accent5="accent5" accent6="accent6" hlink="hlink" folHlink="folHlink"/>
  <p:sldLayoutIdLst>
    <p:sldLayoutId id="2147483882" r:id="rId1"/>
    <p:sldLayoutId id="2147483886" r:id="rId2"/>
    <p:sldLayoutId id="2147484009" r:id="rId3"/>
    <p:sldLayoutId id="2147483883" r:id="rId4"/>
    <p:sldLayoutId id="214748397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393109"/>
      </p:ext>
    </p:extLst>
  </p:cSld>
  <p:clrMap bg1="lt1" tx1="dk1" bg2="lt2" tx2="dk2" accent1="accent1" accent2="accent2" accent3="accent3" accent4="accent4" accent5="accent5" accent6="accent6" hlink="hlink" folHlink="folHlink"/>
  <p:sldLayoutIdLst>
    <p:sldLayoutId id="2147483919" r:id="rId1"/>
    <p:sldLayoutId id="2147483941" r:id="rId2"/>
    <p:sldLayoutId id="2147483943" r:id="rId3"/>
    <p:sldLayoutId id="2147483944"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9687388"/>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996"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33008"/>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98" r:id="rId3"/>
    <p:sldLayoutId id="2147483999"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736560"/>
      </p:ext>
    </p:extLst>
  </p:cSld>
  <p:clrMap bg1="lt1" tx1="dk1" bg2="lt2" tx2="dk2" accent1="accent1" accent2="accent2" accent3="accent3" accent4="accent4" accent5="accent5" accent6="accent6" hlink="hlink" folHlink="folHlink"/>
  <p:sldLayoutIdLst>
    <p:sldLayoutId id="2147483946" r:id="rId1"/>
    <p:sldLayoutId id="2147483947" r:id="rId2"/>
    <p:sldLayoutId id="2147484002" r:id="rId3"/>
    <p:sldLayoutId id="214748400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1615241"/>
      </p:ext>
    </p:extLst>
  </p:cSld>
  <p:clrMap bg1="lt1" tx1="dk1" bg2="lt2" tx2="dk2" accent1="accent1" accent2="accent2" accent3="accent3" accent4="accent4" accent5="accent5" accent6="accent6" hlink="hlink" folHlink="folHlink"/>
  <p:sldLayoutIdLst>
    <p:sldLayoutId id="2147483903" r:id="rId1"/>
    <p:sldLayoutId id="2147483910" r:id="rId2"/>
    <p:sldLayoutId id="2147483891" r:id="rId3"/>
    <p:sldLayoutId id="214748400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027028"/>
      </p:ext>
    </p:extLst>
  </p:cSld>
  <p:clrMap bg1="lt1" tx1="dk1" bg2="lt2" tx2="dk2" accent1="accent1" accent2="accent2" accent3="accent3" accent4="accent4" accent5="accent5" accent6="accent6" hlink="hlink" folHlink="folHlink"/>
  <p:sldLayoutIdLst>
    <p:sldLayoutId id="2147483932" r:id="rId1"/>
    <p:sldLayoutId id="2147484001" r:id="rId2"/>
    <p:sldLayoutId id="2147483916" r:id="rId3"/>
    <p:sldLayoutId id="2147484004" r:id="rId4"/>
    <p:sldLayoutId id="2147483879" r:id="rId5"/>
    <p:sldLayoutId id="2147484005"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2116322"/>
      </p:ext>
    </p:extLst>
  </p:cSld>
  <p:clrMap bg1="lt1" tx1="dk1" bg2="lt2" tx2="dk2" accent1="accent1" accent2="accent2" accent3="accent3" accent4="accent4" accent5="accent5" accent6="accent6" hlink="hlink" folHlink="folHlink"/>
  <p:sldLayoutIdLst>
    <p:sldLayoutId id="2147483935" r:id="rId1"/>
    <p:sldLayoutId id="214748393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446998"/>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6" r:id="rId3"/>
    <p:sldLayoutId id="214748399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133600"/>
            <a:ext cx="8762999" cy="3429000"/>
          </a:xfrm>
        </p:spPr>
        <p:txBody>
          <a:bodyPr/>
          <a:lstStyle/>
          <a:p>
            <a:pPr algn="ctr"/>
            <a:r>
              <a:rPr lang="en-IN" sz="4800" b="1" dirty="0">
                <a:solidFill>
                  <a:schemeClr val="tx1"/>
                </a:solidFill>
                <a:latin typeface="Times New Roman" panose="02020603050405020304" pitchFamily="18" charset="0"/>
                <a:cs typeface="Times New Roman" panose="02020603050405020304" pitchFamily="18" charset="0"/>
              </a:rPr>
              <a:t>Computer control </a:t>
            </a:r>
            <a:br>
              <a:rPr lang="en-IN" sz="4800" b="1" dirty="0">
                <a:solidFill>
                  <a:schemeClr val="tx1"/>
                </a:solidFill>
                <a:latin typeface="Times New Roman" panose="02020603050405020304" pitchFamily="18" charset="0"/>
                <a:cs typeface="Times New Roman" panose="02020603050405020304" pitchFamily="18" charset="0"/>
              </a:rPr>
            </a:br>
            <a:r>
              <a:rPr lang="en-IN" sz="4800" b="1" dirty="0">
                <a:solidFill>
                  <a:schemeClr val="tx1"/>
                </a:solidFill>
                <a:latin typeface="Times New Roman" panose="02020603050405020304" pitchFamily="18" charset="0"/>
                <a:cs typeface="Times New Roman" panose="02020603050405020304" pitchFamily="18" charset="0"/>
              </a:rPr>
              <a:t>Using Hand Gestures</a:t>
            </a: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5" name="TextBox 11">
            <a:extLst>
              <a:ext uri="{FF2B5EF4-FFF2-40B4-BE49-F238E27FC236}">
                <a16:creationId xmlns:a16="http://schemas.microsoft.com/office/drawing/2014/main" id="{73F89A42-C401-4218-826A-9827CDDB6DC3}"/>
              </a:ext>
            </a:extLst>
          </p:cNvPr>
          <p:cNvSpPr txBox="1">
            <a:spLocks noChangeArrowheads="1"/>
          </p:cNvSpPr>
          <p:nvPr/>
        </p:nvSpPr>
        <p:spPr bwMode="auto">
          <a:xfrm>
            <a:off x="533400" y="4467998"/>
            <a:ext cx="434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marL="228600" marR="0" lvl="0" indent="-228600" algn="l" defTabSz="914400" rtl="0" eaLnBrk="1" fontAlgn="base" latinLnBrk="0" hangingPunct="1">
              <a:lnSpc>
                <a:spcPct val="100000"/>
              </a:lnSpc>
              <a:spcBef>
                <a:spcPct val="0"/>
              </a:spcBef>
              <a:spcAft>
                <a:spcPct val="0"/>
              </a:spcAft>
              <a:buClrTx/>
              <a:buSzTx/>
              <a:buFontTx/>
              <a:buNone/>
              <a:tabLst/>
              <a:defRPr/>
            </a:pPr>
            <a:r>
              <a:rPr lang="en-US" altLang="en-US" sz="2400" dirty="0">
                <a:latin typeface="Roboto Medium"/>
                <a:cs typeface="Times New Roman" panose="02020603050405020304" pitchFamily="18" charset="0"/>
              </a:rPr>
              <a:t> </a:t>
            </a:r>
            <a:endParaRPr kumimoji="0" lang="en-US" altLang="en-US" sz="2400" b="0" i="0" u="none" strike="noStrike" kern="1200" cap="none" spc="0" normalizeH="0" baseline="0" noProof="0" dirty="0">
              <a:ln>
                <a:noFill/>
              </a:ln>
              <a:solidFill>
                <a:schemeClr val="tx1"/>
              </a:solidFill>
              <a:effectLst/>
              <a:uLnTx/>
              <a:uFillTx/>
              <a:latin typeface="Roboto Medium"/>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901959" y="304800"/>
            <a:ext cx="6211927" cy="838202"/>
          </a:xfrm>
        </p:spPr>
        <p:txBody>
          <a:bodyPr/>
          <a:lstStyle/>
          <a:p>
            <a:pPr marL="571500" indent="-571500">
              <a:buFont typeface="Wingdings" panose="05000000000000000000" pitchFamily="2" charset="2"/>
              <a:buChar char="v"/>
            </a:pPr>
            <a:r>
              <a:rPr lang="en-US" sz="4400" b="1" u="sng" dirty="0">
                <a:solidFill>
                  <a:srgbClr val="00B0F0"/>
                </a:solidFill>
              </a:rPr>
              <a:t>Introduction</a:t>
            </a:r>
            <a:r>
              <a:rPr lang="en-US" sz="4400" b="1" dirty="0">
                <a:solidFill>
                  <a:srgbClr val="C00000"/>
                </a:solidFill>
              </a:rPr>
              <a:t> </a:t>
            </a:r>
            <a:r>
              <a:rPr lang="en-US" sz="4400" b="1" dirty="0">
                <a:solidFill>
                  <a:srgbClr val="00B0F0"/>
                </a:solidFill>
              </a:rPr>
              <a:t>:-</a:t>
            </a:r>
            <a:endParaRPr lang="en-US" sz="4400" dirty="0">
              <a:solidFill>
                <a:srgbClr val="00B0F0"/>
              </a:solidFill>
            </a:endParaRPr>
          </a:p>
        </p:txBody>
      </p:sp>
      <p:sp>
        <p:nvSpPr>
          <p:cNvPr id="7" name="Content Placeholder 2">
            <a:extLst>
              <a:ext uri="{FF2B5EF4-FFF2-40B4-BE49-F238E27FC236}">
                <a16:creationId xmlns:a16="http://schemas.microsoft.com/office/drawing/2014/main" id="{83CA4D38-CF89-466F-B8A8-3AE51AA884DE}"/>
              </a:ext>
            </a:extLst>
          </p:cNvPr>
          <p:cNvSpPr txBox="1">
            <a:spLocks/>
          </p:cNvSpPr>
          <p:nvPr/>
        </p:nvSpPr>
        <p:spPr>
          <a:xfrm>
            <a:off x="901958" y="1066800"/>
            <a:ext cx="10375641" cy="4347369"/>
          </a:xfrm>
          <a:prstGeom prst="rect">
            <a:avLst/>
          </a:prstGeom>
        </p:spPr>
        <p:txBody>
          <a:bodyPr anchor="ctr"/>
          <a:lstStyle/>
          <a:p>
            <a:pPr marL="571500" indent="-571500" algn="just">
              <a:buFont typeface="Arial" panose="020B0604020202020204" pitchFamily="34" charset="0"/>
              <a:buChar char="•"/>
            </a:pPr>
            <a:r>
              <a:rPr lang="en-US" sz="3200" dirty="0"/>
              <a:t>Recently Gesture controlled Laptops or computers are getting very famous. </a:t>
            </a:r>
          </a:p>
          <a:p>
            <a:pPr marL="571500" indent="-571500" algn="just">
              <a:buFont typeface="Arial" panose="020B0604020202020204" pitchFamily="34" charset="0"/>
              <a:buChar char="•"/>
            </a:pPr>
            <a:r>
              <a:rPr lang="en-US" sz="3200" dirty="0"/>
              <a:t>This technique is called Leap motion which enables us to control certain functions on our computer Laptop by simply waving our hand in front of it.</a:t>
            </a:r>
            <a:endParaRPr lang="en-IN" sz="3200" dirty="0"/>
          </a:p>
        </p:txBody>
      </p:sp>
      <p:sp>
        <p:nvSpPr>
          <p:cNvPr id="8" name="Slide Number Placeholder 7"/>
          <p:cNvSpPr>
            <a:spLocks noGrp="1"/>
          </p:cNvSpPr>
          <p:nvPr>
            <p:ph type="sldNum" sz="quarter" idx="14"/>
          </p:nvPr>
        </p:nvSpPr>
        <p:spPr/>
        <p:txBody>
          <a:bodyPr/>
          <a:lstStyle/>
          <a:p>
            <a:fld id="{45A3C14A-F937-4231-B6F1-40B429FAFB2F}" type="slidenum">
              <a:rPr lang="en-NZ" smtClean="0"/>
              <a:pPr/>
              <a:t>2</a:t>
            </a:fld>
            <a:endParaRPr lang="en-NZ"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E4A90F-BCC1-4C08-9DDB-31BD7B430D67}"/>
              </a:ext>
            </a:extLst>
          </p:cNvPr>
          <p:cNvSpPr>
            <a:spLocks noGrp="1"/>
          </p:cNvSpPr>
          <p:nvPr>
            <p:ph type="sldNum" sz="quarter" idx="14"/>
          </p:nvPr>
        </p:nvSpPr>
        <p:spPr/>
        <p:txBody>
          <a:bodyPr/>
          <a:lstStyle/>
          <a:p>
            <a:fld id="{45A3C14A-F937-4231-B6F1-40B429FAFB2F}" type="slidenum">
              <a:rPr lang="en-NZ" smtClean="0"/>
              <a:pPr/>
              <a:t>3</a:t>
            </a:fld>
            <a:endParaRPr lang="en-NZ" dirty="0"/>
          </a:p>
        </p:txBody>
      </p:sp>
      <p:sp>
        <p:nvSpPr>
          <p:cNvPr id="4" name="Text Placeholder 3">
            <a:extLst>
              <a:ext uri="{FF2B5EF4-FFF2-40B4-BE49-F238E27FC236}">
                <a16:creationId xmlns:a16="http://schemas.microsoft.com/office/drawing/2014/main" id="{794FDFF9-5DEB-480E-A479-822B2F03DB56}"/>
              </a:ext>
            </a:extLst>
          </p:cNvPr>
          <p:cNvSpPr>
            <a:spLocks noGrp="1"/>
          </p:cNvSpPr>
          <p:nvPr>
            <p:ph type="body" sz="quarter" idx="17"/>
          </p:nvPr>
        </p:nvSpPr>
        <p:spPr>
          <a:xfrm>
            <a:off x="695400" y="1371600"/>
            <a:ext cx="10801201" cy="4722816"/>
          </a:xfrm>
        </p:spPr>
        <p:txBody>
          <a:bodyPr/>
          <a:lstStyle/>
          <a:p>
            <a:r>
              <a:rPr lang="en-US" sz="3200" dirty="0">
                <a:solidFill>
                  <a:schemeClr val="tx1"/>
                </a:solidFill>
              </a:rPr>
              <a:t>building our own Gesture control Laptop/Computer by combining the Power of Arduino and Python</a:t>
            </a:r>
          </a:p>
          <a:p>
            <a:r>
              <a:rPr lang="en-US" sz="3200" dirty="0">
                <a:solidFill>
                  <a:schemeClr val="tx1"/>
                </a:solidFill>
              </a:rPr>
              <a:t>We will use two Ultrasonic sensors to determine the position of our hand and control a media player (VLC) based on the position</a:t>
            </a:r>
            <a:endParaRPr lang="en-IN" sz="3200" dirty="0">
              <a:solidFill>
                <a:schemeClr val="tx1"/>
              </a:solidFill>
            </a:endParaRPr>
          </a:p>
          <a:p>
            <a:pPr>
              <a:buFont typeface="Wingdings" panose="05000000000000000000" pitchFamily="2" charset="2"/>
              <a:buChar char="v"/>
            </a:pPr>
            <a:endParaRPr lang="en-US" sz="3200" dirty="0">
              <a:solidFill>
                <a:schemeClr val="tx1"/>
              </a:solidFill>
            </a:endParaRPr>
          </a:p>
        </p:txBody>
      </p:sp>
    </p:spTree>
    <p:extLst>
      <p:ext uri="{BB962C8B-B14F-4D97-AF65-F5344CB8AC3E}">
        <p14:creationId xmlns:p14="http://schemas.microsoft.com/office/powerpoint/2010/main" val="769943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95400" y="395786"/>
            <a:ext cx="6211927" cy="2246768"/>
          </a:xfrm>
        </p:spPr>
        <p:txBody>
          <a:bodyPr/>
          <a:lstStyle/>
          <a:p>
            <a:r>
              <a:rPr lang="en-IN" sz="4400" u="sng" dirty="0">
                <a:solidFill>
                  <a:srgbClr val="00B0F0"/>
                </a:solidFill>
              </a:rPr>
              <a:t>GESTURE</a:t>
            </a:r>
            <a:r>
              <a:rPr lang="en-IN" sz="3400" b="1" dirty="0">
                <a:solidFill>
                  <a:srgbClr val="C00000"/>
                </a:solidFill>
              </a:rPr>
              <a:t> </a:t>
            </a:r>
            <a:r>
              <a:rPr lang="en-IN" sz="3600" b="1" dirty="0">
                <a:solidFill>
                  <a:srgbClr val="00B0F0"/>
                </a:solidFill>
              </a:rPr>
              <a:t>:-</a:t>
            </a:r>
            <a:endParaRPr lang="en-IN" sz="3400" dirty="0">
              <a:solidFill>
                <a:srgbClr val="00B0F0"/>
              </a:solidFill>
            </a:endParaRPr>
          </a:p>
        </p:txBody>
      </p:sp>
      <p:sp>
        <p:nvSpPr>
          <p:cNvPr id="6" name="Slide Number Placeholder 5"/>
          <p:cNvSpPr>
            <a:spLocks noGrp="1"/>
          </p:cNvSpPr>
          <p:nvPr>
            <p:ph type="sldNum" sz="quarter" idx="14"/>
          </p:nvPr>
        </p:nvSpPr>
        <p:spPr/>
        <p:txBody>
          <a:bodyPr/>
          <a:lstStyle/>
          <a:p>
            <a:fld id="{45A3C14A-F937-4231-B6F1-40B429FAFB2F}" type="slidenum">
              <a:rPr lang="en-NZ" smtClean="0"/>
              <a:pPr/>
              <a:t>4</a:t>
            </a:fld>
            <a:endParaRPr lang="en-NZ" dirty="0"/>
          </a:p>
        </p:txBody>
      </p:sp>
      <p:sp>
        <p:nvSpPr>
          <p:cNvPr id="5" name="TextBox 4">
            <a:extLst>
              <a:ext uri="{FF2B5EF4-FFF2-40B4-BE49-F238E27FC236}">
                <a16:creationId xmlns:a16="http://schemas.microsoft.com/office/drawing/2014/main" id="{F6E24229-D4D5-4B76-8E41-497AA9E26DC0}"/>
              </a:ext>
            </a:extLst>
          </p:cNvPr>
          <p:cNvSpPr txBox="1"/>
          <p:nvPr/>
        </p:nvSpPr>
        <p:spPr>
          <a:xfrm>
            <a:off x="676739" y="2743200"/>
            <a:ext cx="9744000" cy="2246769"/>
          </a:xfrm>
          <a:prstGeom prst="rect">
            <a:avLst/>
          </a:prstGeom>
          <a:noFill/>
        </p:spPr>
        <p:txBody>
          <a:bodyPr wrap="square" rtlCol="0">
            <a:spAutoFit/>
          </a:bodyPr>
          <a:lstStyle/>
          <a:p>
            <a:pPr marL="285750" indent="-285750">
              <a:buFont typeface="Wingdings" panose="05000000000000000000" pitchFamily="2" charset="2"/>
              <a:buChar char="v"/>
            </a:pPr>
            <a:r>
              <a:rPr lang="en-US" sz="2800" dirty="0"/>
              <a:t>Gesture is usually considered as a movement of part of the body especially a hand  to express an idea or meaning.</a:t>
            </a:r>
            <a:endParaRPr lang="en-IN" sz="2800" dirty="0"/>
          </a:p>
          <a:p>
            <a:pPr marL="285750" indent="-285750">
              <a:buFont typeface="Wingdings" panose="05000000000000000000" pitchFamily="2" charset="2"/>
              <a:buChar char="v"/>
            </a:pPr>
            <a:endParaRPr lang="en-US" sz="2800" b="0" i="0" dirty="0">
              <a:solidFill>
                <a:srgbClr val="202124"/>
              </a:solidFill>
              <a:effectLst/>
              <a:latin typeface="arial" panose="020B0604020202020204" pitchFamily="34" charset="0"/>
            </a:endParaRPr>
          </a:p>
          <a:p>
            <a:pPr marL="285750" indent="-285750">
              <a:buFont typeface="Wingdings" panose="05000000000000000000" pitchFamily="2" charset="2"/>
              <a:buChar char="v"/>
            </a:pPr>
            <a:endParaRPr lang="en-US" sz="2800" dirty="0">
              <a:solidFill>
                <a:srgbClr val="202124"/>
              </a:solidFill>
              <a:latin typeface="arial" panose="020B0604020202020204" pitchFamily="34" charset="0"/>
            </a:endParaRPr>
          </a:p>
          <a:p>
            <a:pPr marL="285750" indent="-285750">
              <a:buFont typeface="Wingdings" panose="05000000000000000000" pitchFamily="2" charset="2"/>
              <a:buChar char="v"/>
            </a:pPr>
            <a:endParaRPr lang="en-IN" sz="2800" dirty="0"/>
          </a:p>
        </p:txBody>
      </p:sp>
    </p:spTree>
    <p:extLst>
      <p:ext uri="{BB962C8B-B14F-4D97-AF65-F5344CB8AC3E}">
        <p14:creationId xmlns:p14="http://schemas.microsoft.com/office/powerpoint/2010/main" val="311524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95469" y="374154"/>
            <a:ext cx="7938931" cy="1302246"/>
          </a:xfrm>
        </p:spPr>
        <p:txBody>
          <a:bodyPr/>
          <a:lstStyle/>
          <a:p>
            <a:r>
              <a:rPr lang="en-IN" sz="3600" u="sng" dirty="0">
                <a:solidFill>
                  <a:srgbClr val="00B0F0"/>
                </a:solidFill>
              </a:rPr>
              <a:t>PRINCIPLE BEHIND THIS project </a:t>
            </a:r>
            <a:r>
              <a:rPr lang="en-IN" sz="3600" dirty="0">
                <a:solidFill>
                  <a:srgbClr val="00B0F0"/>
                </a:solidFill>
              </a:rPr>
              <a:t>:-</a:t>
            </a:r>
            <a:endParaRPr lang="en-US" u="sng" dirty="0">
              <a:solidFill>
                <a:srgbClr val="00B0F0"/>
              </a:solidFill>
            </a:endParaRPr>
          </a:p>
        </p:txBody>
      </p:sp>
      <p:sp>
        <p:nvSpPr>
          <p:cNvPr id="7" name="Slide Number Placeholder 6"/>
          <p:cNvSpPr>
            <a:spLocks noGrp="1"/>
          </p:cNvSpPr>
          <p:nvPr>
            <p:ph type="sldNum" sz="quarter" idx="14"/>
          </p:nvPr>
        </p:nvSpPr>
        <p:spPr/>
        <p:txBody>
          <a:bodyPr/>
          <a:lstStyle/>
          <a:p>
            <a:fld id="{45A3C14A-F937-4231-B6F1-40B429FAFB2F}" type="slidenum">
              <a:rPr lang="en-NZ" smtClean="0"/>
              <a:pPr/>
              <a:t>5</a:t>
            </a:fld>
            <a:endParaRPr lang="en-NZ" dirty="0"/>
          </a:p>
        </p:txBody>
      </p:sp>
      <p:sp>
        <p:nvSpPr>
          <p:cNvPr id="9" name="Text Placeholder 2">
            <a:extLst>
              <a:ext uri="{FF2B5EF4-FFF2-40B4-BE49-F238E27FC236}">
                <a16:creationId xmlns:a16="http://schemas.microsoft.com/office/drawing/2014/main" id="{4E46CF65-11AE-4F50-9EEB-29F5B2F179E8}"/>
              </a:ext>
            </a:extLst>
          </p:cNvPr>
          <p:cNvSpPr>
            <a:spLocks noGrp="1"/>
          </p:cNvSpPr>
          <p:nvPr>
            <p:ph type="body" sz="quarter" idx="17"/>
          </p:nvPr>
        </p:nvSpPr>
        <p:spPr>
          <a:xfrm>
            <a:off x="685800" y="1752600"/>
            <a:ext cx="10680700" cy="3962400"/>
          </a:xfrm>
        </p:spPr>
        <p:txBody>
          <a:bodyPr/>
          <a:lstStyle/>
          <a:p>
            <a:r>
              <a:rPr lang="en-US" sz="2400" dirty="0">
                <a:solidFill>
                  <a:schemeClr val="tx1"/>
                </a:solidFill>
              </a:rPr>
              <a:t>We are Using two Ultrasonic Sensors with Arduino.</a:t>
            </a:r>
          </a:p>
          <a:p>
            <a:r>
              <a:rPr lang="en-US" sz="2400" dirty="0">
                <a:solidFill>
                  <a:schemeClr val="tx1"/>
                </a:solidFill>
              </a:rPr>
              <a:t>The position of the Ultrasonic Sensors is very important.</a:t>
            </a:r>
          </a:p>
          <a:p>
            <a:r>
              <a:rPr lang="en-US" sz="2400" dirty="0">
                <a:solidFill>
                  <a:schemeClr val="tx1"/>
                </a:solidFill>
              </a:rPr>
              <a:t>Place the two Ultrasonic Sensors on the top of a laptop screen at either end.</a:t>
            </a:r>
          </a:p>
          <a:p>
            <a:r>
              <a:rPr lang="en-US" sz="2400" dirty="0">
                <a:solidFill>
                  <a:schemeClr val="tx1"/>
                </a:solidFill>
              </a:rPr>
              <a:t>The distance information from Arduino is collected by a Python Program and a special library called </a:t>
            </a:r>
            <a:r>
              <a:rPr lang="en-US" sz="2400" dirty="0" err="1">
                <a:solidFill>
                  <a:schemeClr val="tx1"/>
                </a:solidFill>
              </a:rPr>
              <a:t>PyAutoGUI</a:t>
            </a:r>
            <a:r>
              <a:rPr lang="en-US" sz="2400" dirty="0">
                <a:solidFill>
                  <a:schemeClr val="tx1"/>
                </a:solidFill>
              </a:rPr>
              <a:t> will convert the data into keyboard click actions.</a:t>
            </a:r>
            <a:endParaRPr lang="en-IN" sz="2400" dirty="0">
              <a:solidFill>
                <a:schemeClr val="tx1"/>
              </a:solidFill>
            </a:endParaRPr>
          </a:p>
          <a:p>
            <a:endParaRPr lang="en-IN" dirty="0"/>
          </a:p>
        </p:txBody>
      </p:sp>
    </p:spTree>
    <p:extLst>
      <p:ext uri="{BB962C8B-B14F-4D97-AF65-F5344CB8AC3E}">
        <p14:creationId xmlns:p14="http://schemas.microsoft.com/office/powerpoint/2010/main" val="3297054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22F2E5-4127-43E6-AEAB-8632C3190D67}"/>
              </a:ext>
            </a:extLst>
          </p:cNvPr>
          <p:cNvSpPr>
            <a:spLocks noGrp="1"/>
          </p:cNvSpPr>
          <p:nvPr>
            <p:ph type="sldNum" sz="quarter" idx="14"/>
          </p:nvPr>
        </p:nvSpPr>
        <p:spPr/>
        <p:txBody>
          <a:bodyPr/>
          <a:lstStyle/>
          <a:p>
            <a:fld id="{45A3C14A-F937-4231-B6F1-40B429FAFB2F}" type="slidenum">
              <a:rPr lang="en-NZ" smtClean="0"/>
              <a:pPr/>
              <a:t>6</a:t>
            </a:fld>
            <a:endParaRPr lang="en-NZ" dirty="0"/>
          </a:p>
        </p:txBody>
      </p:sp>
      <p:sp>
        <p:nvSpPr>
          <p:cNvPr id="3" name="Title 2">
            <a:extLst>
              <a:ext uri="{FF2B5EF4-FFF2-40B4-BE49-F238E27FC236}">
                <a16:creationId xmlns:a16="http://schemas.microsoft.com/office/drawing/2014/main" id="{426DDB7B-F345-4DA3-85D5-B38C6608449F}"/>
              </a:ext>
            </a:extLst>
          </p:cNvPr>
          <p:cNvSpPr>
            <a:spLocks noGrp="1"/>
          </p:cNvSpPr>
          <p:nvPr>
            <p:ph type="title"/>
          </p:nvPr>
        </p:nvSpPr>
        <p:spPr>
          <a:xfrm>
            <a:off x="695400" y="395786"/>
            <a:ext cx="6619800" cy="1280614"/>
          </a:xfrm>
        </p:spPr>
        <p:txBody>
          <a:bodyPr/>
          <a:lstStyle/>
          <a:p>
            <a:r>
              <a:rPr lang="en-IN" sz="4000" u="sng" dirty="0">
                <a:solidFill>
                  <a:srgbClr val="00B0F0"/>
                </a:solidFill>
              </a:rPr>
              <a:t>Component required </a:t>
            </a:r>
            <a:r>
              <a:rPr lang="en-IN" sz="4000" dirty="0">
                <a:solidFill>
                  <a:srgbClr val="00B0F0"/>
                </a:solidFill>
              </a:rPr>
              <a:t>:-</a:t>
            </a:r>
            <a:endParaRPr lang="en-IN" sz="3200" u="sng" dirty="0">
              <a:solidFill>
                <a:srgbClr val="00B0F0"/>
              </a:solidFill>
            </a:endParaRPr>
          </a:p>
        </p:txBody>
      </p:sp>
      <p:sp>
        <p:nvSpPr>
          <p:cNvPr id="4" name="Text Placeholder 3">
            <a:extLst>
              <a:ext uri="{FF2B5EF4-FFF2-40B4-BE49-F238E27FC236}">
                <a16:creationId xmlns:a16="http://schemas.microsoft.com/office/drawing/2014/main" id="{376B7E5B-67ED-4A08-883F-E12EF9691AEA}"/>
              </a:ext>
            </a:extLst>
          </p:cNvPr>
          <p:cNvSpPr>
            <a:spLocks noGrp="1"/>
          </p:cNvSpPr>
          <p:nvPr>
            <p:ph type="body" sz="quarter" idx="17"/>
          </p:nvPr>
        </p:nvSpPr>
        <p:spPr>
          <a:xfrm>
            <a:off x="914400" y="2057400"/>
            <a:ext cx="10582201" cy="4037015"/>
          </a:xfrm>
        </p:spPr>
        <p:txBody>
          <a:bodyPr anchor="t"/>
          <a:lstStyle/>
          <a:p>
            <a:r>
              <a:rPr lang="en-IN" sz="3200" dirty="0">
                <a:solidFill>
                  <a:schemeClr val="tx1"/>
                </a:solidFill>
              </a:rPr>
              <a:t>Arduino UNO</a:t>
            </a:r>
          </a:p>
          <a:p>
            <a:r>
              <a:rPr lang="en-IN" sz="3200" dirty="0">
                <a:solidFill>
                  <a:schemeClr val="tx1"/>
                </a:solidFill>
              </a:rPr>
              <a:t>Ultrasonic sensors</a:t>
            </a:r>
          </a:p>
          <a:p>
            <a:r>
              <a:rPr lang="en-IN" sz="3200" dirty="0">
                <a:solidFill>
                  <a:schemeClr val="tx1"/>
                </a:solidFill>
              </a:rPr>
              <a:t>Jumper Wires</a:t>
            </a:r>
          </a:p>
          <a:p>
            <a:pPr marL="342900" indent="-342900">
              <a:buFont typeface="Wingdings" panose="05000000000000000000" pitchFamily="2" charset="2"/>
              <a:buChar char="v"/>
            </a:pPr>
            <a:endParaRPr lang="en-IN" sz="3200" dirty="0">
              <a:solidFill>
                <a:schemeClr val="tx1"/>
              </a:solidFill>
            </a:endParaRPr>
          </a:p>
        </p:txBody>
      </p:sp>
    </p:spTree>
    <p:extLst>
      <p:ext uri="{BB962C8B-B14F-4D97-AF65-F5344CB8AC3E}">
        <p14:creationId xmlns:p14="http://schemas.microsoft.com/office/powerpoint/2010/main" val="3255095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4"/>
          </p:nvPr>
        </p:nvSpPr>
        <p:spPr/>
        <p:txBody>
          <a:bodyPr/>
          <a:lstStyle/>
          <a:p>
            <a:fld id="{45A3C14A-F937-4231-B6F1-40B429FAFB2F}" type="slidenum">
              <a:rPr lang="en-NZ" smtClean="0"/>
              <a:pPr/>
              <a:t>7</a:t>
            </a:fld>
            <a:endParaRPr lang="en-NZ" dirty="0"/>
          </a:p>
        </p:txBody>
      </p:sp>
      <p:sp>
        <p:nvSpPr>
          <p:cNvPr id="4" name="Title 3">
            <a:extLst>
              <a:ext uri="{FF2B5EF4-FFF2-40B4-BE49-F238E27FC236}">
                <a16:creationId xmlns:a16="http://schemas.microsoft.com/office/drawing/2014/main" id="{A0A1A17D-4B00-49DE-B92F-E1F42CCA1DC2}"/>
              </a:ext>
            </a:extLst>
          </p:cNvPr>
          <p:cNvSpPr>
            <a:spLocks noGrp="1"/>
          </p:cNvSpPr>
          <p:nvPr>
            <p:ph type="title"/>
          </p:nvPr>
        </p:nvSpPr>
        <p:spPr/>
        <p:txBody>
          <a:bodyPr anchor="b"/>
          <a:lstStyle/>
          <a:p>
            <a:r>
              <a:rPr lang="en-IN" sz="4400" dirty="0">
                <a:solidFill>
                  <a:schemeClr val="tx1"/>
                </a:solidFill>
              </a:rPr>
              <a:t> </a:t>
            </a:r>
            <a:r>
              <a:rPr lang="en-IN" sz="4000" u="sng" dirty="0">
                <a:solidFill>
                  <a:srgbClr val="00B0F0"/>
                </a:solidFill>
              </a:rPr>
              <a:t>HC-SR04</a:t>
            </a:r>
            <a:r>
              <a:rPr lang="en-IN" sz="4000" dirty="0">
                <a:solidFill>
                  <a:srgbClr val="00B0F0"/>
                </a:solidFill>
              </a:rPr>
              <a:t> </a:t>
            </a:r>
            <a:r>
              <a:rPr lang="en-US" sz="3200" dirty="0">
                <a:solidFill>
                  <a:srgbClr val="00B0F0"/>
                </a:solidFill>
              </a:rPr>
              <a:t>:-</a:t>
            </a:r>
            <a:endParaRPr lang="en-IN" sz="3600" dirty="0">
              <a:solidFill>
                <a:srgbClr val="00B0F0"/>
              </a:solidFill>
            </a:endParaRPr>
          </a:p>
        </p:txBody>
      </p:sp>
      <p:sp>
        <p:nvSpPr>
          <p:cNvPr id="9" name="Text Placeholder 2">
            <a:extLst>
              <a:ext uri="{FF2B5EF4-FFF2-40B4-BE49-F238E27FC236}">
                <a16:creationId xmlns:a16="http://schemas.microsoft.com/office/drawing/2014/main" id="{64BA55F2-24FF-4B98-AED7-16ECF8A32E87}"/>
              </a:ext>
            </a:extLst>
          </p:cNvPr>
          <p:cNvSpPr>
            <a:spLocks noGrp="1"/>
          </p:cNvSpPr>
          <p:nvPr>
            <p:ph type="body" sz="quarter" idx="17"/>
          </p:nvPr>
        </p:nvSpPr>
        <p:spPr>
          <a:xfrm>
            <a:off x="717171" y="1233988"/>
            <a:ext cx="5553000" cy="5227137"/>
          </a:xfrm>
        </p:spPr>
        <p:txBody>
          <a:bodyPr/>
          <a:lstStyle/>
          <a:p>
            <a:pPr>
              <a:buFont typeface="Wingdings" panose="05000000000000000000" pitchFamily="2" charset="2"/>
              <a:buChar char="Ø"/>
            </a:pPr>
            <a:r>
              <a:rPr lang="en-US" sz="2400" dirty="0">
                <a:solidFill>
                  <a:schemeClr val="tx1"/>
                </a:solidFill>
                <a:latin typeface="arial" panose="020B0604020202020204" pitchFamily="34" charset="0"/>
              </a:rPr>
              <a:t>The HC</a:t>
            </a:r>
            <a:r>
              <a:rPr lang="en-US" sz="2000" dirty="0">
                <a:solidFill>
                  <a:schemeClr val="tx1"/>
                </a:solidFill>
                <a:latin typeface="arial" panose="020B0604020202020204" pitchFamily="34" charset="0"/>
              </a:rPr>
              <a:t>-SR04  </a:t>
            </a:r>
            <a:r>
              <a:rPr lang="en-US" sz="2400" dirty="0">
                <a:solidFill>
                  <a:schemeClr val="tx1"/>
                </a:solidFill>
                <a:latin typeface="arial" panose="020B0604020202020204" pitchFamily="34" charset="0"/>
              </a:rPr>
              <a:t>Ultrasonic Distance Sensor is a sensor used for detecting the distance to an object using sonar.</a:t>
            </a:r>
          </a:p>
          <a:p>
            <a:endParaRPr lang="en-US" sz="2400" dirty="0">
              <a:solidFill>
                <a:schemeClr val="tx1"/>
              </a:solidFill>
              <a:latin typeface="arial" panose="020B0604020202020204" pitchFamily="34" charset="0"/>
            </a:endParaRPr>
          </a:p>
          <a:p>
            <a:pPr>
              <a:buFont typeface="Wingdings" panose="05000000000000000000" pitchFamily="2" charset="2"/>
              <a:buChar char="Ø"/>
            </a:pPr>
            <a:r>
              <a:rPr lang="en-US" dirty="0">
                <a:solidFill>
                  <a:schemeClr val="tx1"/>
                </a:solidFill>
              </a:rPr>
              <a:t> Ultrasonic sensors generate high frequency sound waves &amp; evaluate the echo which is received back by the sensor</a:t>
            </a:r>
            <a:r>
              <a:rPr lang="en-US" sz="2800" dirty="0">
                <a:solidFill>
                  <a:schemeClr val="tx1"/>
                </a:solidFill>
              </a:rPr>
              <a:t>.</a:t>
            </a:r>
            <a:endParaRPr lang="en-IN" sz="2800" dirty="0">
              <a:solidFill>
                <a:schemeClr val="tx1"/>
              </a:solidFill>
            </a:endParaRPr>
          </a:p>
        </p:txBody>
      </p:sp>
      <p:pic>
        <p:nvPicPr>
          <p:cNvPr id="11" name="Picture 2" descr="Introduction to HC-SR04 (Ultrasonic Sensor) - The Engineering Projects">
            <a:extLst>
              <a:ext uri="{FF2B5EF4-FFF2-40B4-BE49-F238E27FC236}">
                <a16:creationId xmlns:a16="http://schemas.microsoft.com/office/drawing/2014/main" id="{3E3FCF85-339E-4929-8676-E77504372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0400" y="1676400"/>
            <a:ext cx="5553000" cy="3909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635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E92488D-75A4-4B96-B4FE-DF8D08C0347F}"/>
              </a:ext>
            </a:extLst>
          </p:cNvPr>
          <p:cNvSpPr>
            <a:spLocks noGrp="1"/>
          </p:cNvSpPr>
          <p:nvPr>
            <p:ph type="body" sz="quarter" idx="17"/>
          </p:nvPr>
        </p:nvSpPr>
        <p:spPr>
          <a:xfrm>
            <a:off x="533400" y="914399"/>
            <a:ext cx="11125200" cy="5029202"/>
          </a:xfrm>
        </p:spPr>
        <p:txBody>
          <a:bodyPr/>
          <a:lstStyle/>
          <a:p>
            <a:r>
              <a:rPr lang="en-US" sz="2400" dirty="0">
                <a:solidFill>
                  <a:schemeClr val="tx1"/>
                </a:solidFill>
              </a:rPr>
              <a:t>The Arduino UNO is considered as the powerful board used in various projects. Arduino UNO is based on an ATmega328P microcontroller</a:t>
            </a:r>
            <a:r>
              <a:rPr lang="en-US" dirty="0">
                <a:solidFill>
                  <a:schemeClr val="tx1"/>
                </a:solidFill>
              </a:rPr>
              <a:t>.</a:t>
            </a:r>
          </a:p>
          <a:p>
            <a:pPr marL="0" indent="0">
              <a:buNone/>
            </a:pPr>
            <a:r>
              <a:rPr lang="en-US" dirty="0">
                <a:solidFill>
                  <a:schemeClr val="tx1"/>
                </a:solidFill>
              </a:rPr>
              <a:t>          &gt; </a:t>
            </a:r>
            <a:r>
              <a:rPr lang="en-US" sz="2400" dirty="0">
                <a:solidFill>
                  <a:schemeClr val="tx1"/>
                </a:solidFill>
              </a:rPr>
              <a:t>The ATMEGA328P-PN is a popular microcontroller which has 8 bit                                                                                      </a:t>
            </a:r>
            <a:r>
              <a:rPr lang="en-US" sz="2400" dirty="0" err="1">
                <a:solidFill>
                  <a:schemeClr val="tx1"/>
                </a:solidFill>
              </a:rPr>
              <a:t>risc</a:t>
            </a:r>
            <a:r>
              <a:rPr lang="en-US" sz="2400" dirty="0">
                <a:solidFill>
                  <a:schemeClr val="tx1"/>
                </a:solidFill>
              </a:rPr>
              <a:t> heart  of the </a:t>
            </a:r>
            <a:r>
              <a:rPr lang="en-US" sz="2400" dirty="0" err="1">
                <a:solidFill>
                  <a:schemeClr val="tx1"/>
                </a:solidFill>
              </a:rPr>
              <a:t>arduino</a:t>
            </a:r>
            <a:r>
              <a:rPr lang="en-US" sz="2400" dirty="0">
                <a:solidFill>
                  <a:schemeClr val="tx1"/>
                </a:solidFill>
              </a:rPr>
              <a:t>.</a:t>
            </a:r>
          </a:p>
          <a:p>
            <a:pPr marL="0" indent="0">
              <a:buNone/>
            </a:pPr>
            <a:r>
              <a:rPr lang="en-US" sz="2400" dirty="0">
                <a:solidFill>
                  <a:schemeClr val="tx1"/>
                </a:solidFill>
              </a:rPr>
              <a:t>         &gt;   high performance yet low power consumption .</a:t>
            </a:r>
          </a:p>
          <a:p>
            <a:r>
              <a:rPr lang="en-US" sz="2400" dirty="0">
                <a:solidFill>
                  <a:schemeClr val="tx1"/>
                </a:solidFill>
              </a:rPr>
              <a:t>It is easy to use compared to other boards, such as the Arduino Mega </a:t>
            </a:r>
            <a:r>
              <a:rPr lang="en-US" sz="2400" dirty="0" err="1">
                <a:solidFill>
                  <a:schemeClr val="tx1"/>
                </a:solidFill>
              </a:rPr>
              <a:t>board,etc</a:t>
            </a:r>
            <a:r>
              <a:rPr lang="en-US" sz="2400" dirty="0">
                <a:solidFill>
                  <a:schemeClr val="tx1"/>
                </a:solidFill>
              </a:rPr>
              <a:t>. </a:t>
            </a:r>
          </a:p>
          <a:p>
            <a:r>
              <a:rPr lang="en-US" sz="2400" dirty="0">
                <a:solidFill>
                  <a:schemeClr val="tx1"/>
                </a:solidFill>
              </a:rPr>
              <a:t>The board consists of digital and analog Input/Output pins (1/0), shields, and other circuits.</a:t>
            </a:r>
          </a:p>
          <a:p>
            <a:r>
              <a:rPr lang="en-US" sz="2400" dirty="0">
                <a:solidFill>
                  <a:schemeClr val="tx1"/>
                </a:solidFill>
              </a:rPr>
              <a:t>The Arduino UNO includes 6 analog pin inputs, 14 digital pins, a USB connector, a power jack, and an ICSP (In-Circuit Serial Programming) header. It can run both online and offline.</a:t>
            </a:r>
          </a:p>
          <a:p>
            <a:pPr marL="0" indent="0">
              <a:buNone/>
            </a:pPr>
            <a:endParaRPr lang="en-US" sz="2400" dirty="0">
              <a:solidFill>
                <a:schemeClr val="tx1"/>
              </a:solidFill>
            </a:endParaRPr>
          </a:p>
          <a:p>
            <a:pPr marL="0" indent="0">
              <a:buNone/>
            </a:pPr>
            <a:r>
              <a:rPr lang="en-US" sz="2400" dirty="0"/>
              <a:t>             </a:t>
            </a:r>
            <a:endParaRPr lang="en-IN" sz="2400" dirty="0"/>
          </a:p>
          <a:p>
            <a:endParaRPr lang="en-IN" dirty="0"/>
          </a:p>
        </p:txBody>
      </p:sp>
      <p:sp>
        <p:nvSpPr>
          <p:cNvPr id="2" name="Slide Number Placeholder 1">
            <a:extLst>
              <a:ext uri="{FF2B5EF4-FFF2-40B4-BE49-F238E27FC236}">
                <a16:creationId xmlns:a16="http://schemas.microsoft.com/office/drawing/2014/main" id="{6B24D254-38C1-446D-BD32-991499A13954}"/>
              </a:ext>
            </a:extLst>
          </p:cNvPr>
          <p:cNvSpPr>
            <a:spLocks noGrp="1"/>
          </p:cNvSpPr>
          <p:nvPr>
            <p:ph type="sldNum" sz="quarter" idx="14"/>
          </p:nvPr>
        </p:nvSpPr>
        <p:spPr/>
        <p:txBody>
          <a:bodyPr/>
          <a:lstStyle/>
          <a:p>
            <a:fld id="{45A3C14A-F937-4231-B6F1-40B429FAFB2F}" type="slidenum">
              <a:rPr lang="en-NZ" smtClean="0"/>
              <a:pPr/>
              <a:t>8</a:t>
            </a:fld>
            <a:endParaRPr lang="en-NZ" dirty="0"/>
          </a:p>
        </p:txBody>
      </p:sp>
      <p:sp>
        <p:nvSpPr>
          <p:cNvPr id="8" name="Text Placeholder 4">
            <a:extLst>
              <a:ext uri="{FF2B5EF4-FFF2-40B4-BE49-F238E27FC236}">
                <a16:creationId xmlns:a16="http://schemas.microsoft.com/office/drawing/2014/main" id="{59A2FFBD-7BDF-4F50-87EC-1D0146B9DDD2}"/>
              </a:ext>
            </a:extLst>
          </p:cNvPr>
          <p:cNvSpPr>
            <a:spLocks noGrp="1"/>
          </p:cNvSpPr>
          <p:nvPr>
            <p:ph type="title"/>
          </p:nvPr>
        </p:nvSpPr>
        <p:spPr>
          <a:xfrm>
            <a:off x="595313" y="228600"/>
            <a:ext cx="6211887" cy="685799"/>
          </a:xfrm>
        </p:spPr>
        <p:txBody>
          <a:bodyPr/>
          <a:lstStyle/>
          <a:p>
            <a:r>
              <a:rPr lang="en-IN" dirty="0">
                <a:solidFill>
                  <a:schemeClr val="tx1"/>
                </a:solidFill>
              </a:rPr>
              <a:t> </a:t>
            </a:r>
            <a:r>
              <a:rPr lang="en-IN" sz="3600" u="sng" dirty="0">
                <a:solidFill>
                  <a:srgbClr val="00B0F0"/>
                </a:solidFill>
              </a:rPr>
              <a:t>ARUDINO UNO</a:t>
            </a:r>
            <a:r>
              <a:rPr lang="en-IN" sz="3200" dirty="0">
                <a:solidFill>
                  <a:srgbClr val="00B0F0"/>
                </a:solidFill>
              </a:rPr>
              <a:t> </a:t>
            </a:r>
            <a:r>
              <a:rPr lang="en-IN" sz="3600" dirty="0">
                <a:solidFill>
                  <a:srgbClr val="00B0F0"/>
                </a:solidFill>
              </a:rPr>
              <a:t>:-</a:t>
            </a:r>
            <a:endParaRPr lang="en-IN" dirty="0">
              <a:solidFill>
                <a:srgbClr val="00B0F0"/>
              </a:solidFill>
            </a:endParaRPr>
          </a:p>
        </p:txBody>
      </p:sp>
    </p:spTree>
    <p:extLst>
      <p:ext uri="{BB962C8B-B14F-4D97-AF65-F5344CB8AC3E}">
        <p14:creationId xmlns:p14="http://schemas.microsoft.com/office/powerpoint/2010/main" val="1024309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EEA8AC-DDED-4114-A056-0571DA04B7EE}"/>
              </a:ext>
            </a:extLst>
          </p:cNvPr>
          <p:cNvSpPr>
            <a:spLocks noGrp="1"/>
          </p:cNvSpPr>
          <p:nvPr>
            <p:ph type="sldNum" sz="quarter" idx="14"/>
          </p:nvPr>
        </p:nvSpPr>
        <p:spPr/>
        <p:txBody>
          <a:bodyPr/>
          <a:lstStyle/>
          <a:p>
            <a:fld id="{45A3C14A-F937-4231-B6F1-40B429FAFB2F}" type="slidenum">
              <a:rPr lang="en-NZ" smtClean="0"/>
              <a:pPr/>
              <a:t>9</a:t>
            </a:fld>
            <a:endParaRPr lang="en-NZ" dirty="0"/>
          </a:p>
        </p:txBody>
      </p:sp>
      <p:pic>
        <p:nvPicPr>
          <p:cNvPr id="15" name="Picture 2" descr="Arduino Uno Pin Diagram">
            <a:extLst>
              <a:ext uri="{FF2B5EF4-FFF2-40B4-BE49-F238E27FC236}">
                <a16:creationId xmlns:a16="http://schemas.microsoft.com/office/drawing/2014/main" id="{12D7B92D-8656-44BC-9980-7C28DAE829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853" y="217098"/>
            <a:ext cx="10551817" cy="5650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3060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CCFF250-FF2A-410D-98DC-86CED5BA05CA}"/>
              </a:ext>
            </a:extLst>
          </p:cNvPr>
          <p:cNvSpPr>
            <a:spLocks noGrp="1"/>
          </p:cNvSpPr>
          <p:nvPr>
            <p:ph type="title"/>
          </p:nvPr>
        </p:nvSpPr>
        <p:spPr>
          <a:xfrm>
            <a:off x="623391" y="449237"/>
            <a:ext cx="7710331" cy="692646"/>
          </a:xfrm>
        </p:spPr>
        <p:txBody>
          <a:bodyPr/>
          <a:lstStyle/>
          <a:p>
            <a:r>
              <a:rPr lang="en-IN" dirty="0">
                <a:solidFill>
                  <a:schemeClr val="tx1"/>
                </a:solidFill>
              </a:rPr>
              <a:t> </a:t>
            </a:r>
            <a:r>
              <a:rPr lang="en-IN" sz="3200" u="sng" dirty="0">
                <a:solidFill>
                  <a:srgbClr val="00B0F0"/>
                </a:solidFill>
              </a:rPr>
              <a:t>DESIGN OF THE PROJECT </a:t>
            </a:r>
            <a:r>
              <a:rPr lang="en-IN" sz="3200" dirty="0">
                <a:solidFill>
                  <a:srgbClr val="00B0F0"/>
                </a:solidFill>
              </a:rPr>
              <a:t>:-</a:t>
            </a:r>
            <a:endParaRPr lang="en-IN" dirty="0">
              <a:solidFill>
                <a:srgbClr val="00B0F0"/>
              </a:solidFill>
            </a:endParaRPr>
          </a:p>
        </p:txBody>
      </p:sp>
      <p:sp>
        <p:nvSpPr>
          <p:cNvPr id="7" name="Text Placeholder 6">
            <a:extLst>
              <a:ext uri="{FF2B5EF4-FFF2-40B4-BE49-F238E27FC236}">
                <a16:creationId xmlns:a16="http://schemas.microsoft.com/office/drawing/2014/main" id="{1394676A-3FCA-4560-8631-B9021A76FB17}"/>
              </a:ext>
            </a:extLst>
          </p:cNvPr>
          <p:cNvSpPr>
            <a:spLocks noGrp="1"/>
          </p:cNvSpPr>
          <p:nvPr>
            <p:ph type="body" sz="quarter" idx="17"/>
          </p:nvPr>
        </p:nvSpPr>
        <p:spPr>
          <a:xfrm>
            <a:off x="623391" y="1141883"/>
            <a:ext cx="10959009" cy="4877917"/>
          </a:xfrm>
        </p:spPr>
        <p:txBody>
          <a:bodyPr/>
          <a:lstStyle/>
          <a:p>
            <a:pPr algn="just"/>
            <a:r>
              <a:rPr lang="en-US" sz="2400" dirty="0">
                <a:solidFill>
                  <a:schemeClr val="tx1"/>
                </a:solidFill>
              </a:rPr>
              <a:t>The design of the circuit is very simple, but the setup of the components is very important. The Trigger and Echo Pins of the first Ultrasonic Sensor (that is placed on the left of the screen) are connected to Pins 11 and 10 of the Arduino.</a:t>
            </a:r>
          </a:p>
          <a:p>
            <a:pPr algn="just"/>
            <a:r>
              <a:rPr lang="en-US" sz="2400" dirty="0">
                <a:solidFill>
                  <a:schemeClr val="tx1"/>
                </a:solidFill>
              </a:rPr>
              <a:t>For the second Ultrasonic Sensor, the Trigger and Echo Pins are connected to Pins 6 and 5 of the Arduino,</a:t>
            </a:r>
          </a:p>
          <a:p>
            <a:pPr algn="just"/>
            <a:r>
              <a:rPr lang="en-US" dirty="0">
                <a:solidFill>
                  <a:schemeClr val="tx1"/>
                </a:solidFill>
              </a:rPr>
              <a:t>PIN NO 10, 11 ,12 ,13 are (SPI )Serial Peripheral Interface used by microcontrollers for communicating with one or more peripheral devices quickly over short distances. It can also be used for communication between two microcontrollers</a:t>
            </a:r>
          </a:p>
          <a:p>
            <a:pPr algn="just"/>
            <a:r>
              <a:rPr lang="en-US" dirty="0">
                <a:solidFill>
                  <a:schemeClr val="tx1"/>
                </a:solidFill>
              </a:rPr>
              <a:t>PIN no 5 and 6 are analog pins  which utilize the analog to digital converter  this pins serves as analog input but also function as digital input /output</a:t>
            </a:r>
            <a:endParaRPr lang="en-IN" dirty="0">
              <a:solidFill>
                <a:schemeClr val="tx1"/>
              </a:solidFill>
            </a:endParaRPr>
          </a:p>
          <a:p>
            <a:pPr algn="just"/>
            <a:endParaRPr lang="en-IN" sz="2400" dirty="0">
              <a:solidFill>
                <a:schemeClr val="tx1"/>
              </a:solidFill>
            </a:endParaRPr>
          </a:p>
          <a:p>
            <a:endParaRPr lang="en-IN" dirty="0"/>
          </a:p>
        </p:txBody>
      </p:sp>
      <p:sp>
        <p:nvSpPr>
          <p:cNvPr id="2" name="Slide Number Placeholder 1">
            <a:extLst>
              <a:ext uri="{FF2B5EF4-FFF2-40B4-BE49-F238E27FC236}">
                <a16:creationId xmlns:a16="http://schemas.microsoft.com/office/drawing/2014/main" id="{538B3275-D127-4FAE-B793-977F137C43BF}"/>
              </a:ext>
            </a:extLst>
          </p:cNvPr>
          <p:cNvSpPr>
            <a:spLocks noGrp="1"/>
          </p:cNvSpPr>
          <p:nvPr>
            <p:ph type="sldNum" sz="quarter" idx="14"/>
          </p:nvPr>
        </p:nvSpPr>
        <p:spPr/>
        <p:txBody>
          <a:bodyPr/>
          <a:lstStyle/>
          <a:p>
            <a:fld id="{45A3C14A-F937-4231-B6F1-40B429FAFB2F}" type="slidenum">
              <a:rPr lang="en-NZ" smtClean="0"/>
              <a:pPr/>
              <a:t>10</a:t>
            </a:fld>
            <a:endParaRPr lang="en-NZ" dirty="0"/>
          </a:p>
        </p:txBody>
      </p:sp>
    </p:spTree>
    <p:extLst>
      <p:ext uri="{BB962C8B-B14F-4D97-AF65-F5344CB8AC3E}">
        <p14:creationId xmlns:p14="http://schemas.microsoft.com/office/powerpoint/2010/main" val="1821074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731A8EB-02CF-4C5B-B24D-5895C15BEDC7}"/>
              </a:ext>
            </a:extLst>
          </p:cNvPr>
          <p:cNvSpPr>
            <a:spLocks noGrp="1"/>
          </p:cNvSpPr>
          <p:nvPr>
            <p:ph type="body" sz="quarter" idx="17"/>
          </p:nvPr>
        </p:nvSpPr>
        <p:spPr>
          <a:xfrm>
            <a:off x="533400" y="762000"/>
            <a:ext cx="10833746" cy="4876800"/>
          </a:xfrm>
        </p:spPr>
        <p:txBody>
          <a:bodyPr/>
          <a:lstStyle/>
          <a:p>
            <a:pPr algn="just"/>
            <a:r>
              <a:rPr lang="en-US" sz="2400" dirty="0">
                <a:solidFill>
                  <a:schemeClr val="tx1"/>
                </a:solidFill>
              </a:rPr>
              <a:t>Now, coming to the placement of the Sensors, place both the Ultrasonic Sensors on top of the Laptop screen, one at the left end and the other at right.</a:t>
            </a:r>
          </a:p>
          <a:p>
            <a:pPr algn="just"/>
            <a:r>
              <a:rPr lang="en-US" sz="2400" dirty="0">
                <a:solidFill>
                  <a:schemeClr val="tx1"/>
                </a:solidFill>
              </a:rPr>
              <a:t>Connect the wires from Arduino to Trigger and Echo Pins of the individual sensors.</a:t>
            </a:r>
          </a:p>
          <a:p>
            <a:pPr algn="just"/>
            <a:r>
              <a:rPr lang="en-US" sz="2400" dirty="0">
                <a:solidFill>
                  <a:schemeClr val="tx1"/>
                </a:solidFill>
              </a:rPr>
              <a:t>Now, we are ready for programming the Arduino.</a:t>
            </a:r>
            <a:endParaRPr lang="en-IN" dirty="0"/>
          </a:p>
        </p:txBody>
      </p:sp>
      <p:sp>
        <p:nvSpPr>
          <p:cNvPr id="5" name="Slide Number Placeholder 4">
            <a:extLst>
              <a:ext uri="{FF2B5EF4-FFF2-40B4-BE49-F238E27FC236}">
                <a16:creationId xmlns:a16="http://schemas.microsoft.com/office/drawing/2014/main" id="{140FCBD7-DB57-41F1-9675-3776F9B91DC7}"/>
              </a:ext>
            </a:extLst>
          </p:cNvPr>
          <p:cNvSpPr>
            <a:spLocks noGrp="1"/>
          </p:cNvSpPr>
          <p:nvPr>
            <p:ph type="sldNum" sz="quarter" idx="14"/>
          </p:nvPr>
        </p:nvSpPr>
        <p:spPr/>
        <p:txBody>
          <a:bodyPr/>
          <a:lstStyle/>
          <a:p>
            <a:fld id="{45A3C14A-F937-4231-B6F1-40B429FAFB2F}" type="slidenum">
              <a:rPr lang="en-NZ" smtClean="0"/>
              <a:pPr/>
              <a:t>11</a:t>
            </a:fld>
            <a:endParaRPr lang="en-NZ" dirty="0"/>
          </a:p>
        </p:txBody>
      </p:sp>
    </p:spTree>
    <p:extLst>
      <p:ext uri="{BB962C8B-B14F-4D97-AF65-F5344CB8AC3E}">
        <p14:creationId xmlns:p14="http://schemas.microsoft.com/office/powerpoint/2010/main" val="3052586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BE18462-DEB5-4762-8EF9-34C7D52F437E}"/>
              </a:ext>
            </a:extLst>
          </p:cNvPr>
          <p:cNvSpPr>
            <a:spLocks noGrp="1"/>
          </p:cNvSpPr>
          <p:nvPr>
            <p:ph type="body" sz="quarter" idx="17"/>
          </p:nvPr>
        </p:nvSpPr>
        <p:spPr>
          <a:xfrm>
            <a:off x="623391" y="1370483"/>
            <a:ext cx="9816009" cy="4722813"/>
          </a:xfrm>
        </p:spPr>
        <p:txBody>
          <a:bodyPr/>
          <a:lstStyle/>
          <a:p>
            <a:r>
              <a:rPr lang="en-US" sz="2400" dirty="0">
                <a:solidFill>
                  <a:schemeClr val="tx1"/>
                </a:solidFill>
              </a:rPr>
              <a:t>Switch to Next Tab in a Web Browser</a:t>
            </a:r>
          </a:p>
          <a:p>
            <a:r>
              <a:rPr lang="en-US" sz="2400" dirty="0">
                <a:solidFill>
                  <a:schemeClr val="tx1"/>
                </a:solidFill>
              </a:rPr>
              <a:t>Switch to Previous Tab in a Web Browser</a:t>
            </a:r>
          </a:p>
          <a:p>
            <a:r>
              <a:rPr lang="en-US" sz="2400" dirty="0">
                <a:solidFill>
                  <a:schemeClr val="tx1"/>
                </a:solidFill>
              </a:rPr>
              <a:t>Scroll Down in a Web Page.</a:t>
            </a:r>
          </a:p>
          <a:p>
            <a:r>
              <a:rPr lang="en-US" sz="2400" dirty="0">
                <a:solidFill>
                  <a:schemeClr val="tx1"/>
                </a:solidFill>
              </a:rPr>
              <a:t> Scroll Up in a Web Page. </a:t>
            </a:r>
          </a:p>
          <a:p>
            <a:r>
              <a:rPr lang="en-US" sz="2400" dirty="0">
                <a:solidFill>
                  <a:schemeClr val="tx1"/>
                </a:solidFill>
              </a:rPr>
              <a:t>Increase Volume </a:t>
            </a:r>
          </a:p>
          <a:p>
            <a:r>
              <a:rPr lang="en-US" sz="2400" dirty="0">
                <a:solidFill>
                  <a:schemeClr val="tx1"/>
                </a:solidFill>
              </a:rPr>
              <a:t>Decrease Volume</a:t>
            </a:r>
            <a:endParaRPr lang="en-IN" sz="2400" dirty="0">
              <a:solidFill>
                <a:schemeClr val="tx1"/>
              </a:solidFill>
            </a:endParaRPr>
          </a:p>
          <a:p>
            <a:endParaRPr lang="en-IN" dirty="0"/>
          </a:p>
        </p:txBody>
      </p:sp>
      <p:sp>
        <p:nvSpPr>
          <p:cNvPr id="9" name="Slide Number Placeholder 8"/>
          <p:cNvSpPr>
            <a:spLocks noGrp="1"/>
          </p:cNvSpPr>
          <p:nvPr>
            <p:ph type="sldNum" sz="quarter" idx="14"/>
          </p:nvPr>
        </p:nvSpPr>
        <p:spPr/>
        <p:txBody>
          <a:bodyPr/>
          <a:lstStyle/>
          <a:p>
            <a:fld id="{45A3C14A-F937-4231-B6F1-40B429FAFB2F}" type="slidenum">
              <a:rPr lang="en-NZ" smtClean="0"/>
              <a:pPr/>
              <a:t>12</a:t>
            </a:fld>
            <a:endParaRPr lang="en-NZ" dirty="0"/>
          </a:p>
        </p:txBody>
      </p:sp>
      <p:sp>
        <p:nvSpPr>
          <p:cNvPr id="3" name="TextBox 2">
            <a:extLst>
              <a:ext uri="{FF2B5EF4-FFF2-40B4-BE49-F238E27FC236}">
                <a16:creationId xmlns:a16="http://schemas.microsoft.com/office/drawing/2014/main" id="{9CDD89B9-1D96-4A23-BC9C-917DC237848B}"/>
              </a:ext>
            </a:extLst>
          </p:cNvPr>
          <p:cNvSpPr txBox="1"/>
          <p:nvPr/>
        </p:nvSpPr>
        <p:spPr>
          <a:xfrm>
            <a:off x="623391" y="457200"/>
            <a:ext cx="5472609" cy="646331"/>
          </a:xfrm>
          <a:prstGeom prst="rect">
            <a:avLst/>
          </a:prstGeom>
          <a:noFill/>
        </p:spPr>
        <p:txBody>
          <a:bodyPr wrap="square" rtlCol="0">
            <a:spAutoFit/>
          </a:bodyPr>
          <a:lstStyle/>
          <a:p>
            <a:r>
              <a:rPr lang="en-IN" sz="3600" b="1" u="sng" dirty="0">
                <a:solidFill>
                  <a:srgbClr val="00B0F0"/>
                </a:solidFill>
              </a:rPr>
              <a:t>TASKS PERFORMED </a:t>
            </a:r>
            <a:r>
              <a:rPr lang="en-IN" sz="3600" dirty="0">
                <a:solidFill>
                  <a:srgbClr val="00B0F0"/>
                </a:solidFill>
              </a:rPr>
              <a:t>:-</a:t>
            </a:r>
            <a:endParaRPr lang="en-IN" b="1" dirty="0">
              <a:solidFill>
                <a:srgbClr val="00B0F0"/>
              </a:solidFill>
            </a:endParaRPr>
          </a:p>
        </p:txBody>
      </p:sp>
    </p:spTree>
    <p:extLst>
      <p:ext uri="{BB962C8B-B14F-4D97-AF65-F5344CB8AC3E}">
        <p14:creationId xmlns:p14="http://schemas.microsoft.com/office/powerpoint/2010/main" val="1340777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11AB8BD-304B-4BB5-9606-63A33F016B3A}"/>
              </a:ext>
            </a:extLst>
          </p:cNvPr>
          <p:cNvSpPr>
            <a:spLocks noGrp="1"/>
          </p:cNvSpPr>
          <p:nvPr>
            <p:ph type="title"/>
          </p:nvPr>
        </p:nvSpPr>
        <p:spPr>
          <a:xfrm>
            <a:off x="595469" y="374154"/>
            <a:ext cx="7253131" cy="616446"/>
          </a:xfrm>
        </p:spPr>
        <p:txBody>
          <a:bodyPr/>
          <a:lstStyle/>
          <a:p>
            <a:r>
              <a:rPr lang="en-IN" sz="3200" b="1" u="sng" dirty="0">
                <a:solidFill>
                  <a:srgbClr val="00B0F0"/>
                </a:solidFill>
              </a:rPr>
              <a:t>HAND GESTURES</a:t>
            </a:r>
            <a:r>
              <a:rPr lang="en-IN" sz="3200" b="1" dirty="0">
                <a:solidFill>
                  <a:srgbClr val="00B0F0"/>
                </a:solidFill>
              </a:rPr>
              <a:t> :-</a:t>
            </a:r>
          </a:p>
        </p:txBody>
      </p:sp>
      <p:sp>
        <p:nvSpPr>
          <p:cNvPr id="8" name="Text Placeholder 7">
            <a:extLst>
              <a:ext uri="{FF2B5EF4-FFF2-40B4-BE49-F238E27FC236}">
                <a16:creationId xmlns:a16="http://schemas.microsoft.com/office/drawing/2014/main" id="{29535E78-BFF3-47DB-B39A-C1D1B5A8E8CB}"/>
              </a:ext>
            </a:extLst>
          </p:cNvPr>
          <p:cNvSpPr>
            <a:spLocks noGrp="1"/>
          </p:cNvSpPr>
          <p:nvPr>
            <p:ph type="body" sz="quarter" idx="17"/>
          </p:nvPr>
        </p:nvSpPr>
        <p:spPr>
          <a:xfrm>
            <a:off x="623391" y="990601"/>
            <a:ext cx="10743755" cy="4572000"/>
          </a:xfrm>
        </p:spPr>
        <p:txBody>
          <a:bodyPr/>
          <a:lstStyle/>
          <a:p>
            <a:pPr algn="just"/>
            <a:r>
              <a:rPr lang="en-US" sz="2400" dirty="0">
                <a:solidFill>
                  <a:schemeClr val="tx1"/>
                </a:solidFill>
              </a:rPr>
              <a:t>Gesture 2: Place your hand in front of the Right Ultrasonic Sensor at a distance (between 15CM to 35CM) for a small duration and move your hand towards the sensor. This gesture will Scroll up the Web Page or Increase the Volume.</a:t>
            </a:r>
          </a:p>
          <a:p>
            <a:pPr algn="just"/>
            <a:r>
              <a:rPr lang="en-US" sz="2400" dirty="0">
                <a:solidFill>
                  <a:schemeClr val="tx1"/>
                </a:solidFill>
              </a:rPr>
              <a:t>Gesture 3: Swipe your hand in front of the Right Ultrasonic Sensor. This gesture will move to the Next Tab.</a:t>
            </a:r>
          </a:p>
          <a:p>
            <a:pPr algn="just"/>
            <a:r>
              <a:rPr lang="en-US" sz="2400" dirty="0">
                <a:solidFill>
                  <a:schemeClr val="tx1"/>
                </a:solidFill>
              </a:rPr>
              <a:t>.Gesture 4 </a:t>
            </a:r>
            <a:r>
              <a:rPr lang="en-US" sz="2400" dirty="0" err="1">
                <a:solidFill>
                  <a:schemeClr val="tx1"/>
                </a:solidFill>
              </a:rPr>
              <a:t>SwGesture</a:t>
            </a:r>
            <a:r>
              <a:rPr lang="en-US" sz="2400" dirty="0">
                <a:solidFill>
                  <a:schemeClr val="tx1"/>
                </a:solidFill>
              </a:rPr>
              <a:t> 1: Place your hand in front of the Right Ultrasonic Sensor at a distance (between 15CM to 35CM) for a small duration and move your hand away from the sensor. This gesture will Scroll Down the Web Page, Decrease the Volume.</a:t>
            </a:r>
          </a:p>
          <a:p>
            <a:pPr algn="just"/>
            <a:r>
              <a:rPr lang="en-US" sz="2400" dirty="0" err="1">
                <a:solidFill>
                  <a:schemeClr val="tx1"/>
                </a:solidFill>
              </a:rPr>
              <a:t>ipe</a:t>
            </a:r>
            <a:r>
              <a:rPr lang="en-US" sz="2400" dirty="0">
                <a:solidFill>
                  <a:schemeClr val="tx1"/>
                </a:solidFill>
              </a:rPr>
              <a:t> your hand in front of the Left Ultrasonic Sensor. This gesture will move to the Previous Tab.</a:t>
            </a:r>
            <a:endParaRPr lang="en-IN" sz="2400" dirty="0">
              <a:solidFill>
                <a:schemeClr val="tx1"/>
              </a:solidFill>
            </a:endParaRPr>
          </a:p>
          <a:p>
            <a:pPr algn="just"/>
            <a:endParaRPr lang="en-IN" dirty="0"/>
          </a:p>
        </p:txBody>
      </p:sp>
      <p:sp>
        <p:nvSpPr>
          <p:cNvPr id="2" name="Slide Number Placeholder 1">
            <a:extLst>
              <a:ext uri="{FF2B5EF4-FFF2-40B4-BE49-F238E27FC236}">
                <a16:creationId xmlns:a16="http://schemas.microsoft.com/office/drawing/2014/main" id="{6D681462-568D-4205-8861-71C9079BD8A8}"/>
              </a:ext>
            </a:extLst>
          </p:cNvPr>
          <p:cNvSpPr>
            <a:spLocks noGrp="1"/>
          </p:cNvSpPr>
          <p:nvPr>
            <p:ph type="sldNum" sz="quarter" idx="14"/>
          </p:nvPr>
        </p:nvSpPr>
        <p:spPr/>
        <p:txBody>
          <a:bodyPr/>
          <a:lstStyle/>
          <a:p>
            <a:fld id="{45A3C14A-F937-4231-B6F1-40B429FAFB2F}" type="slidenum">
              <a:rPr lang="en-NZ" smtClean="0"/>
              <a:pPr/>
              <a:t>13</a:t>
            </a:fld>
            <a:endParaRPr lang="en-NZ" dirty="0"/>
          </a:p>
        </p:txBody>
      </p:sp>
    </p:spTree>
    <p:extLst>
      <p:ext uri="{BB962C8B-B14F-4D97-AF65-F5344CB8AC3E}">
        <p14:creationId xmlns:p14="http://schemas.microsoft.com/office/powerpoint/2010/main" val="1272723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17C680D-E6D0-4B3D-8EF1-0B37D03D16F4}"/>
              </a:ext>
            </a:extLst>
          </p:cNvPr>
          <p:cNvSpPr>
            <a:spLocks noGrp="1"/>
          </p:cNvSpPr>
          <p:nvPr>
            <p:ph type="title"/>
          </p:nvPr>
        </p:nvSpPr>
        <p:spPr>
          <a:xfrm>
            <a:off x="595469" y="374154"/>
            <a:ext cx="6338731" cy="616446"/>
          </a:xfrm>
        </p:spPr>
        <p:txBody>
          <a:bodyPr/>
          <a:lstStyle/>
          <a:p>
            <a:r>
              <a:rPr lang="en-IN" sz="3600" u="sng" dirty="0">
                <a:solidFill>
                  <a:srgbClr val="00B0F0"/>
                </a:solidFill>
              </a:rPr>
              <a:t>CIRCUIT DIAGRAM </a:t>
            </a:r>
            <a:r>
              <a:rPr lang="en-IN" sz="3600" dirty="0">
                <a:solidFill>
                  <a:srgbClr val="00B0F0"/>
                </a:solidFill>
              </a:rPr>
              <a:t>:-</a:t>
            </a:r>
          </a:p>
        </p:txBody>
      </p:sp>
      <p:sp>
        <p:nvSpPr>
          <p:cNvPr id="2" name="Slide Number Placeholder 1">
            <a:extLst>
              <a:ext uri="{FF2B5EF4-FFF2-40B4-BE49-F238E27FC236}">
                <a16:creationId xmlns:a16="http://schemas.microsoft.com/office/drawing/2014/main" id="{F821E919-97FB-4EB8-A382-2D835CA37EE0}"/>
              </a:ext>
            </a:extLst>
          </p:cNvPr>
          <p:cNvSpPr>
            <a:spLocks noGrp="1"/>
          </p:cNvSpPr>
          <p:nvPr>
            <p:ph type="sldNum" sz="quarter" idx="14"/>
          </p:nvPr>
        </p:nvSpPr>
        <p:spPr/>
        <p:txBody>
          <a:bodyPr/>
          <a:lstStyle/>
          <a:p>
            <a:fld id="{45A3C14A-F937-4231-B6F1-40B429FAFB2F}" type="slidenum">
              <a:rPr lang="en-NZ" smtClean="0"/>
              <a:pPr/>
              <a:t>14</a:t>
            </a:fld>
            <a:endParaRPr lang="en-NZ" dirty="0"/>
          </a:p>
        </p:txBody>
      </p:sp>
      <p:pic>
        <p:nvPicPr>
          <p:cNvPr id="10" name="Content Placeholder 4">
            <a:extLst>
              <a:ext uri="{FF2B5EF4-FFF2-40B4-BE49-F238E27FC236}">
                <a16:creationId xmlns:a16="http://schemas.microsoft.com/office/drawing/2014/main" id="{FC194613-9299-45CE-8F99-66E05B02FD0C}"/>
              </a:ext>
            </a:extLst>
          </p:cNvPr>
          <p:cNvPicPr>
            <a:picLocks noGrp="1" noChangeAspect="1"/>
          </p:cNvPicPr>
          <p:nvPr>
            <p:ph idx="1"/>
          </p:nvPr>
        </p:nvPicPr>
        <p:blipFill>
          <a:blip r:embed="rId2"/>
          <a:stretch>
            <a:fillRect/>
          </a:stretch>
        </p:blipFill>
        <p:spPr>
          <a:xfrm>
            <a:off x="1066801" y="974725"/>
            <a:ext cx="9067800" cy="4816475"/>
          </a:xfrm>
        </p:spPr>
      </p:pic>
      <p:pic>
        <p:nvPicPr>
          <p:cNvPr id="11" name="Content Placeholder 4">
            <a:extLst>
              <a:ext uri="{FF2B5EF4-FFF2-40B4-BE49-F238E27FC236}">
                <a16:creationId xmlns:a16="http://schemas.microsoft.com/office/drawing/2014/main" id="{9523855E-1219-4A97-955A-90696098FEF7}"/>
              </a:ext>
            </a:extLst>
          </p:cNvPr>
          <p:cNvPicPr>
            <a:picLocks noChangeAspect="1"/>
          </p:cNvPicPr>
          <p:nvPr/>
        </p:nvPicPr>
        <p:blipFill>
          <a:blip r:embed="rId2"/>
          <a:stretch>
            <a:fillRect/>
          </a:stretch>
        </p:blipFill>
        <p:spPr>
          <a:xfrm>
            <a:off x="1473753" y="1083906"/>
            <a:ext cx="9244493" cy="4575210"/>
          </a:xfrm>
          <a:prstGeom prst="rect">
            <a:avLst/>
          </a:prstGeom>
        </p:spPr>
      </p:pic>
    </p:spTree>
    <p:extLst>
      <p:ext uri="{BB962C8B-B14F-4D97-AF65-F5344CB8AC3E}">
        <p14:creationId xmlns:p14="http://schemas.microsoft.com/office/powerpoint/2010/main" val="1408785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E3AE7-C35B-4BC9-B7D8-B8774F747A2B}"/>
              </a:ext>
            </a:extLst>
          </p:cNvPr>
          <p:cNvSpPr>
            <a:spLocks noGrp="1"/>
          </p:cNvSpPr>
          <p:nvPr>
            <p:ph type="title"/>
          </p:nvPr>
        </p:nvSpPr>
        <p:spPr>
          <a:xfrm>
            <a:off x="609600" y="168674"/>
            <a:ext cx="6567331" cy="440926"/>
          </a:xfrm>
        </p:spPr>
        <p:txBody>
          <a:bodyPr/>
          <a:lstStyle/>
          <a:p>
            <a:r>
              <a:rPr lang="en-IN" sz="3200" u="sng" dirty="0">
                <a:solidFill>
                  <a:srgbClr val="00B0F0"/>
                </a:solidFill>
              </a:rPr>
              <a:t>Sample diagram </a:t>
            </a:r>
            <a:r>
              <a:rPr lang="en-IN" sz="3200" dirty="0">
                <a:solidFill>
                  <a:srgbClr val="00B0F0"/>
                </a:solidFill>
              </a:rPr>
              <a:t>:-</a:t>
            </a:r>
          </a:p>
        </p:txBody>
      </p:sp>
      <p:sp>
        <p:nvSpPr>
          <p:cNvPr id="5" name="Slide Number Placeholder 4">
            <a:extLst>
              <a:ext uri="{FF2B5EF4-FFF2-40B4-BE49-F238E27FC236}">
                <a16:creationId xmlns:a16="http://schemas.microsoft.com/office/drawing/2014/main" id="{4A1D72A7-FAC7-4582-BB2A-39B11F6B67E4}"/>
              </a:ext>
            </a:extLst>
          </p:cNvPr>
          <p:cNvSpPr>
            <a:spLocks noGrp="1"/>
          </p:cNvSpPr>
          <p:nvPr>
            <p:ph type="sldNum" sz="quarter" idx="14"/>
          </p:nvPr>
        </p:nvSpPr>
        <p:spPr/>
        <p:txBody>
          <a:bodyPr/>
          <a:lstStyle/>
          <a:p>
            <a:fld id="{45A3C14A-F937-4231-B6F1-40B429FAFB2F}" type="slidenum">
              <a:rPr lang="en-NZ" smtClean="0"/>
              <a:pPr/>
              <a:t>15</a:t>
            </a:fld>
            <a:endParaRPr lang="en-NZ" dirty="0"/>
          </a:p>
        </p:txBody>
      </p:sp>
      <p:pic>
        <p:nvPicPr>
          <p:cNvPr id="10" name="Picture 9">
            <a:extLst>
              <a:ext uri="{FF2B5EF4-FFF2-40B4-BE49-F238E27FC236}">
                <a16:creationId xmlns:a16="http://schemas.microsoft.com/office/drawing/2014/main" id="{C4A3F521-C3B8-482C-9F29-17E8C9C64FAC}"/>
              </a:ext>
            </a:extLst>
          </p:cNvPr>
          <p:cNvPicPr>
            <a:picLocks noChangeAspect="1"/>
          </p:cNvPicPr>
          <p:nvPr/>
        </p:nvPicPr>
        <p:blipFill>
          <a:blip r:embed="rId2"/>
          <a:stretch>
            <a:fillRect/>
          </a:stretch>
        </p:blipFill>
        <p:spPr>
          <a:xfrm>
            <a:off x="914400" y="911225"/>
            <a:ext cx="10452746" cy="4879975"/>
          </a:xfrm>
          <a:prstGeom prst="rect">
            <a:avLst/>
          </a:prstGeom>
        </p:spPr>
      </p:pic>
    </p:spTree>
    <p:extLst>
      <p:ext uri="{BB962C8B-B14F-4D97-AF65-F5344CB8AC3E}">
        <p14:creationId xmlns:p14="http://schemas.microsoft.com/office/powerpoint/2010/main" val="244570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EF6357-CE06-46C0-88C9-153927108344}"/>
              </a:ext>
            </a:extLst>
          </p:cNvPr>
          <p:cNvSpPr>
            <a:spLocks noGrp="1"/>
          </p:cNvSpPr>
          <p:nvPr>
            <p:ph type="sldNum" sz="quarter" idx="14"/>
          </p:nvPr>
        </p:nvSpPr>
        <p:spPr/>
        <p:txBody>
          <a:bodyPr/>
          <a:lstStyle/>
          <a:p>
            <a:fld id="{45A3C14A-F937-4231-B6F1-40B429FAFB2F}" type="slidenum">
              <a:rPr lang="en-NZ" smtClean="0"/>
              <a:pPr/>
              <a:t>16</a:t>
            </a:fld>
            <a:endParaRPr lang="en-NZ" dirty="0"/>
          </a:p>
        </p:txBody>
      </p:sp>
      <p:sp>
        <p:nvSpPr>
          <p:cNvPr id="6" name="Title 5">
            <a:extLst>
              <a:ext uri="{FF2B5EF4-FFF2-40B4-BE49-F238E27FC236}">
                <a16:creationId xmlns:a16="http://schemas.microsoft.com/office/drawing/2014/main" id="{A7DE2A9A-33CF-448C-8182-A4D9A33859C5}"/>
              </a:ext>
            </a:extLst>
          </p:cNvPr>
          <p:cNvSpPr>
            <a:spLocks noGrp="1"/>
          </p:cNvSpPr>
          <p:nvPr>
            <p:ph type="title"/>
          </p:nvPr>
        </p:nvSpPr>
        <p:spPr>
          <a:xfrm>
            <a:off x="695400" y="395786"/>
            <a:ext cx="7229400" cy="671014"/>
          </a:xfrm>
        </p:spPr>
        <p:txBody>
          <a:bodyPr/>
          <a:lstStyle/>
          <a:p>
            <a:r>
              <a:rPr lang="en-IN" sz="3600" u="sng" dirty="0">
                <a:solidFill>
                  <a:srgbClr val="00B0F0"/>
                </a:solidFill>
              </a:rPr>
              <a:t>APPLICATIONS</a:t>
            </a:r>
            <a:r>
              <a:rPr lang="en-IN" sz="3600" dirty="0">
                <a:solidFill>
                  <a:srgbClr val="00B0F0"/>
                </a:solidFill>
              </a:rPr>
              <a:t> :-</a:t>
            </a:r>
          </a:p>
        </p:txBody>
      </p:sp>
      <p:sp>
        <p:nvSpPr>
          <p:cNvPr id="7" name="Text Placeholder 6">
            <a:extLst>
              <a:ext uri="{FF2B5EF4-FFF2-40B4-BE49-F238E27FC236}">
                <a16:creationId xmlns:a16="http://schemas.microsoft.com/office/drawing/2014/main" id="{4B289CCE-C155-48EF-B1AE-9A95D8F7CD22}"/>
              </a:ext>
            </a:extLst>
          </p:cNvPr>
          <p:cNvSpPr>
            <a:spLocks noGrp="1"/>
          </p:cNvSpPr>
          <p:nvPr>
            <p:ph type="body" sz="quarter" idx="17"/>
          </p:nvPr>
        </p:nvSpPr>
        <p:spPr>
          <a:xfrm>
            <a:off x="695400" y="1066800"/>
            <a:ext cx="10801201" cy="5027616"/>
          </a:xfrm>
        </p:spPr>
        <p:txBody>
          <a:bodyPr/>
          <a:lstStyle/>
          <a:p>
            <a:pPr algn="just">
              <a:buFont typeface="Wingdings" panose="05000000000000000000" pitchFamily="2" charset="2"/>
              <a:buChar char="§"/>
            </a:pPr>
            <a:r>
              <a:rPr lang="en-US" sz="2400" dirty="0">
                <a:solidFill>
                  <a:schemeClr val="tx1"/>
                </a:solidFill>
              </a:rPr>
              <a:t>Immersive gaming technology : Gestures may be used to control interactions with the gaming console and give a more interactive and immersive experience.</a:t>
            </a:r>
          </a:p>
          <a:p>
            <a:pPr algn="just">
              <a:buFont typeface="Wingdings" panose="05000000000000000000" pitchFamily="2" charset="2"/>
              <a:buChar char="§"/>
            </a:pPr>
            <a:r>
              <a:rPr lang="en-US" sz="2400" dirty="0">
                <a:solidFill>
                  <a:schemeClr val="tx1"/>
                </a:solidFill>
              </a:rPr>
              <a:t>Control through facial gestures: This technology can be used for applications with even more precision like recognizing face gestures. This will be helpful in situations when cannot use other input interfaces like mouse or keyboard or even hand gestures.</a:t>
            </a:r>
          </a:p>
          <a:p>
            <a:pPr algn="just">
              <a:buFont typeface="Wingdings" panose="05000000000000000000" pitchFamily="2" charset="2"/>
              <a:buChar char="§"/>
            </a:pPr>
            <a:r>
              <a:rPr lang="en-US" sz="2400" dirty="0">
                <a:solidFill>
                  <a:schemeClr val="tx1"/>
                </a:solidFill>
              </a:rPr>
              <a:t>Remote control: By using gesture recognition, it is possible to use hand alone as a remote control for various devices.</a:t>
            </a:r>
          </a:p>
          <a:p>
            <a:pPr algn="just">
              <a:buFont typeface="Wingdings" panose="05000000000000000000" pitchFamily="2" charset="2"/>
              <a:buChar char="§"/>
            </a:pPr>
            <a:r>
              <a:rPr lang="en-US" sz="2400" dirty="0">
                <a:solidFill>
                  <a:schemeClr val="tx1"/>
                </a:solidFill>
              </a:rPr>
              <a:t>Home Appliances control: It is possible to extend the gesture recognition technology to control the household appliances.</a:t>
            </a:r>
            <a:endParaRPr lang="en-IN" sz="2400" dirty="0">
              <a:solidFill>
                <a:schemeClr val="tx1"/>
              </a:solidFill>
            </a:endParaRPr>
          </a:p>
          <a:p>
            <a:endParaRPr lang="en-IN" dirty="0"/>
          </a:p>
        </p:txBody>
      </p:sp>
    </p:spTree>
    <p:extLst>
      <p:ext uri="{BB962C8B-B14F-4D97-AF65-F5344CB8AC3E}">
        <p14:creationId xmlns:p14="http://schemas.microsoft.com/office/powerpoint/2010/main" val="15032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D8F8C5-4FE3-4808-A052-A03A86781292}"/>
              </a:ext>
            </a:extLst>
          </p:cNvPr>
          <p:cNvSpPr>
            <a:spLocks noGrp="1"/>
          </p:cNvSpPr>
          <p:nvPr>
            <p:ph type="sldNum" sz="quarter" idx="14"/>
          </p:nvPr>
        </p:nvSpPr>
        <p:spPr/>
        <p:txBody>
          <a:bodyPr/>
          <a:lstStyle/>
          <a:p>
            <a:fld id="{45A3C14A-F937-4231-B6F1-40B429FAFB2F}" type="slidenum">
              <a:rPr lang="en-NZ" smtClean="0"/>
              <a:pPr/>
              <a:t>17</a:t>
            </a:fld>
            <a:endParaRPr lang="en-NZ" dirty="0"/>
          </a:p>
        </p:txBody>
      </p:sp>
      <p:sp>
        <p:nvSpPr>
          <p:cNvPr id="7" name="Title 6">
            <a:extLst>
              <a:ext uri="{FF2B5EF4-FFF2-40B4-BE49-F238E27FC236}">
                <a16:creationId xmlns:a16="http://schemas.microsoft.com/office/drawing/2014/main" id="{CE6693B0-5EC6-4D41-BAD9-2E4E2459D838}"/>
              </a:ext>
            </a:extLst>
          </p:cNvPr>
          <p:cNvSpPr>
            <a:spLocks noGrp="1"/>
          </p:cNvSpPr>
          <p:nvPr>
            <p:ph type="title"/>
          </p:nvPr>
        </p:nvSpPr>
        <p:spPr>
          <a:xfrm>
            <a:off x="695400" y="395786"/>
            <a:ext cx="7458000" cy="838202"/>
          </a:xfrm>
        </p:spPr>
        <p:txBody>
          <a:bodyPr/>
          <a:lstStyle/>
          <a:p>
            <a:r>
              <a:rPr lang="en-IN" dirty="0"/>
              <a:t> </a:t>
            </a:r>
            <a:r>
              <a:rPr lang="en-IN" sz="3200" u="sng" dirty="0">
                <a:solidFill>
                  <a:srgbClr val="00B0F0"/>
                </a:solidFill>
              </a:rPr>
              <a:t>FUTURE TRENDS </a:t>
            </a:r>
            <a:r>
              <a:rPr lang="en-IN" sz="3200" dirty="0">
                <a:solidFill>
                  <a:srgbClr val="00B0F0"/>
                </a:solidFill>
              </a:rPr>
              <a:t>:-</a:t>
            </a:r>
            <a:endParaRPr lang="en-IN" dirty="0">
              <a:solidFill>
                <a:srgbClr val="00B0F0"/>
              </a:solidFill>
            </a:endParaRPr>
          </a:p>
        </p:txBody>
      </p:sp>
      <p:sp>
        <p:nvSpPr>
          <p:cNvPr id="8" name="Text Placeholder 7">
            <a:extLst>
              <a:ext uri="{FF2B5EF4-FFF2-40B4-BE49-F238E27FC236}">
                <a16:creationId xmlns:a16="http://schemas.microsoft.com/office/drawing/2014/main" id="{CD9612E4-EEF0-4BCA-9363-34D27D3EFFF5}"/>
              </a:ext>
            </a:extLst>
          </p:cNvPr>
          <p:cNvSpPr>
            <a:spLocks noGrp="1"/>
          </p:cNvSpPr>
          <p:nvPr>
            <p:ph type="body" sz="quarter" idx="17"/>
          </p:nvPr>
        </p:nvSpPr>
        <p:spPr>
          <a:xfrm>
            <a:off x="695400" y="1256580"/>
            <a:ext cx="10801201" cy="4860428"/>
          </a:xfrm>
        </p:spPr>
        <p:txBody>
          <a:bodyPr/>
          <a:lstStyle/>
          <a:p>
            <a:pPr algn="just">
              <a:buFont typeface="Arial" panose="020B0604020202020204" pitchFamily="34" charset="0"/>
              <a:buChar char="•"/>
            </a:pPr>
            <a:r>
              <a:rPr lang="en-US" sz="2400" dirty="0">
                <a:solidFill>
                  <a:schemeClr val="tx1"/>
                </a:solidFill>
              </a:rPr>
              <a:t>Gesture recognition eases the level of handling a broad range of devices such as personal navigation devices, computers, laptops and mobile handsets.</a:t>
            </a:r>
          </a:p>
          <a:p>
            <a:pPr algn="just">
              <a:buFont typeface="Arial" panose="020B0604020202020204" pitchFamily="34" charset="0"/>
              <a:buChar char="•"/>
            </a:pPr>
            <a:r>
              <a:rPr lang="en-US" sz="2400" dirty="0">
                <a:solidFill>
                  <a:schemeClr val="tx1"/>
                </a:solidFill>
              </a:rPr>
              <a:t>A growing trend towards touchless gesture recognition in niche applications including gaming is likely to amplify the growth of the touchless sensing market over the projected period.</a:t>
            </a:r>
          </a:p>
          <a:p>
            <a:pPr algn="just">
              <a:buFont typeface="Arial" panose="020B0604020202020204" pitchFamily="34" charset="0"/>
              <a:buChar char="•"/>
            </a:pPr>
            <a:r>
              <a:rPr lang="en-US" sz="2400" dirty="0">
                <a:solidFill>
                  <a:schemeClr val="tx1"/>
                </a:solidFill>
              </a:rPr>
              <a:t> Additional gesture recognition opportunities exist in medical applications where, for health and safety reasons, a nurse or doctor may not be able to touch a display or track-pad but still needs to control a system.</a:t>
            </a:r>
          </a:p>
          <a:p>
            <a:pPr algn="just">
              <a:buFont typeface="Arial" panose="020B0604020202020204" pitchFamily="34" charset="0"/>
              <a:buChar char="•"/>
            </a:pPr>
            <a:r>
              <a:rPr lang="en-US" sz="2400" dirty="0">
                <a:solidFill>
                  <a:schemeClr val="tx1"/>
                </a:solidFill>
              </a:rPr>
              <a:t> Appropriate gestures, such as hand swipes or using a finger as a virtual mouse, are a safer and faster way to control the device</a:t>
            </a:r>
            <a:r>
              <a:rPr lang="en-US" dirty="0">
                <a:solidFill>
                  <a:schemeClr val="tx1"/>
                </a:solidFill>
              </a:rPr>
              <a:t>.</a:t>
            </a:r>
            <a:endParaRPr lang="en-IN" dirty="0">
              <a:solidFill>
                <a:schemeClr val="tx1"/>
              </a:solidFill>
            </a:endParaRPr>
          </a:p>
          <a:p>
            <a:pPr algn="just"/>
            <a:endParaRPr lang="en-IN" dirty="0"/>
          </a:p>
        </p:txBody>
      </p:sp>
    </p:spTree>
    <p:extLst>
      <p:ext uri="{BB962C8B-B14F-4D97-AF65-F5344CB8AC3E}">
        <p14:creationId xmlns:p14="http://schemas.microsoft.com/office/powerpoint/2010/main" val="3578962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06AC05-66FE-4EDD-8DC3-CAF7FE41BF58}"/>
              </a:ext>
            </a:extLst>
          </p:cNvPr>
          <p:cNvSpPr>
            <a:spLocks noGrp="1"/>
          </p:cNvSpPr>
          <p:nvPr>
            <p:ph type="sldNum" sz="quarter" idx="14"/>
          </p:nvPr>
        </p:nvSpPr>
        <p:spPr/>
        <p:txBody>
          <a:bodyPr vert="horz" lIns="91440" tIns="45720" rIns="91440" bIns="45720" rtlCol="0" anchor="ctr">
            <a:normAutofit/>
          </a:bodyPr>
          <a:lstStyle/>
          <a:p>
            <a:pPr algn="r">
              <a:spcAft>
                <a:spcPts val="600"/>
              </a:spcAft>
              <a:defRPr/>
            </a:pPr>
            <a:r>
              <a:rPr lang="en-US" sz="1200" dirty="0">
                <a:solidFill>
                  <a:srgbClr val="FFFFFF"/>
                </a:solidFill>
                <a:latin typeface="Calibri" panose="020F0502020204030204"/>
                <a:ea typeface="+mn-ea"/>
              </a:rPr>
              <a:t>18</a:t>
            </a:r>
          </a:p>
        </p:txBody>
      </p:sp>
      <p:sp>
        <p:nvSpPr>
          <p:cNvPr id="3" name="Title 2">
            <a:extLst>
              <a:ext uri="{FF2B5EF4-FFF2-40B4-BE49-F238E27FC236}">
                <a16:creationId xmlns:a16="http://schemas.microsoft.com/office/drawing/2014/main" id="{036134A3-DB2F-4A45-8F8D-AC2ED275B8FC}"/>
              </a:ext>
            </a:extLst>
          </p:cNvPr>
          <p:cNvSpPr>
            <a:spLocks noGrp="1"/>
          </p:cNvSpPr>
          <p:nvPr>
            <p:ph type="title"/>
          </p:nvPr>
        </p:nvSpPr>
        <p:spPr>
          <a:xfrm>
            <a:off x="695400" y="395786"/>
            <a:ext cx="6211927" cy="823414"/>
          </a:xfrm>
        </p:spPr>
        <p:txBody>
          <a:bodyPr/>
          <a:lstStyle/>
          <a:p>
            <a:r>
              <a:rPr lang="en-IN" sz="3200" b="1" u="sng" dirty="0">
                <a:solidFill>
                  <a:srgbClr val="00B0F0"/>
                </a:solidFill>
              </a:rPr>
              <a:t>Conclusion</a:t>
            </a:r>
            <a:r>
              <a:rPr lang="en-IN" sz="3200" b="1" dirty="0">
                <a:solidFill>
                  <a:srgbClr val="00B0F0"/>
                </a:solidFill>
              </a:rPr>
              <a:t> :-</a:t>
            </a:r>
          </a:p>
        </p:txBody>
      </p:sp>
      <p:sp>
        <p:nvSpPr>
          <p:cNvPr id="4" name="Text Placeholder 3">
            <a:extLst>
              <a:ext uri="{FF2B5EF4-FFF2-40B4-BE49-F238E27FC236}">
                <a16:creationId xmlns:a16="http://schemas.microsoft.com/office/drawing/2014/main" id="{6D5D4D86-D818-46AB-AE8F-6567446B9D62}"/>
              </a:ext>
            </a:extLst>
          </p:cNvPr>
          <p:cNvSpPr>
            <a:spLocks noGrp="1"/>
          </p:cNvSpPr>
          <p:nvPr>
            <p:ph type="body" sz="quarter" idx="17"/>
          </p:nvPr>
        </p:nvSpPr>
        <p:spPr>
          <a:xfrm>
            <a:off x="695400" y="1371600"/>
            <a:ext cx="10353600" cy="4419600"/>
          </a:xfrm>
        </p:spPr>
        <p:txBody>
          <a:bodyPr/>
          <a:lstStyle/>
          <a:p>
            <a:pPr algn="just">
              <a:buFont typeface="Arial" panose="020B0604020202020204" pitchFamily="34" charset="0"/>
              <a:buChar char="•"/>
            </a:pPr>
            <a:r>
              <a:rPr lang="en-US" sz="2400" dirty="0">
                <a:solidFill>
                  <a:schemeClr val="tx1"/>
                </a:solidFill>
              </a:rPr>
              <a:t>This project presents one of the solutions among various others, for operating a computer using hand gestures. It is one of the easiest ways of interaction between human and computer. It is a cost effective model which is only based on Arduino UNO and ultrasonic sensor. The python IDE allows a seamless integration with Arduino UNO in order to achieve different processing and controlling method for creating new gesture control solution</a:t>
            </a:r>
            <a:r>
              <a:rPr lang="en-US" sz="2000" dirty="0">
                <a:solidFill>
                  <a:schemeClr val="tx1"/>
                </a:solidFill>
              </a:rPr>
              <a:t>.</a:t>
            </a:r>
            <a:endParaRPr lang="en-IN" sz="2000" dirty="0">
              <a:solidFill>
                <a:schemeClr val="tx1"/>
              </a:solidFill>
            </a:endParaRPr>
          </a:p>
          <a:p>
            <a:endParaRPr lang="en-IN" dirty="0"/>
          </a:p>
        </p:txBody>
      </p:sp>
    </p:spTree>
    <p:extLst>
      <p:ext uri="{BB962C8B-B14F-4D97-AF65-F5344CB8AC3E}">
        <p14:creationId xmlns:p14="http://schemas.microsoft.com/office/powerpoint/2010/main" val="835178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06686" y="3200400"/>
            <a:ext cx="9578627" cy="1203645"/>
          </a:xfrm>
        </p:spPr>
        <p:txBody>
          <a:bodyPr/>
          <a:lstStyle/>
          <a:p>
            <a:r>
              <a:rPr lang="en-US" sz="6000"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REVA Powerpoint Template - NEW">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roko_LI master PPT template vs6_17 May" id="{612B838A-5E32-418B-B7C4-7EB4F3A298E7}" vid="{DD7C752D-2EC0-456A-A201-074024275761}"/>
    </a:ext>
  </a:extLst>
</a:theme>
</file>

<file path=ppt/theme/theme2.xml><?xml version="1.0" encoding="utf-8"?>
<a:theme xmlns:a="http://schemas.openxmlformats.org/drawingml/2006/main" name="Agenda">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vider">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edia / Video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py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py and Imag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able &amp; Graphs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Flow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hank You ">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60ADC236C7AC742BB0BFCA0FFECEA3A" ma:contentTypeVersion="0" ma:contentTypeDescription="Create a new document." ma:contentTypeScope="" ma:versionID="6b302963b2d4f2b039b5a5db900d0a6b">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AE24FE-195A-4977-9740-21B0E7B6E428}">
  <ds:schemaRefs>
    <ds:schemaRef ds:uri="http://schemas.microsoft.com/sharepoint/v3/contenttype/forms"/>
  </ds:schemaRefs>
</ds:datastoreItem>
</file>

<file path=customXml/itemProps2.xml><?xml version="1.0" encoding="utf-8"?>
<ds:datastoreItem xmlns:ds="http://schemas.openxmlformats.org/officeDocument/2006/customXml" ds:itemID="{74916671-0E7D-4594-8037-60C70BF44351}">
  <ds:schemaRefs>
    <ds:schemaRef ds:uri="http://schemas.microsoft.com/office/2006/documentManagement/types"/>
    <ds:schemaRef ds:uri="http://purl.org/dc/terms/"/>
    <ds:schemaRef ds:uri="http://purl.org/dc/dcmitype/"/>
    <ds:schemaRef ds:uri="http://schemas.microsoft.com/office/infopath/2007/PartnerControls"/>
    <ds:schemaRef ds:uri="http://purl.org/dc/elements/1.1/"/>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5A6C91B7-41B2-43A3-A2C0-738920E68A3E}">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REVA REVISED TEMPLATE (1)</Template>
  <TotalTime>2697</TotalTime>
  <Words>1090</Words>
  <Application>Microsoft Office PowerPoint</Application>
  <PresentationFormat>Widescreen</PresentationFormat>
  <Paragraphs>84</Paragraphs>
  <Slides>19</Slides>
  <Notes>0</Notes>
  <HiddenSlides>0</HiddenSlides>
  <MMClips>0</MMClips>
  <ScaleCrop>false</ScaleCrop>
  <HeadingPairs>
    <vt:vector size="6" baseType="variant">
      <vt:variant>
        <vt:lpstr>Fonts Used</vt:lpstr>
      </vt:variant>
      <vt:variant>
        <vt:i4>7</vt:i4>
      </vt:variant>
      <vt:variant>
        <vt:lpstr>Theme</vt:lpstr>
      </vt:variant>
      <vt:variant>
        <vt:i4>9</vt:i4>
      </vt:variant>
      <vt:variant>
        <vt:lpstr>Slide Titles</vt:lpstr>
      </vt:variant>
      <vt:variant>
        <vt:i4>19</vt:i4>
      </vt:variant>
    </vt:vector>
  </HeadingPairs>
  <TitlesOfParts>
    <vt:vector size="35" baseType="lpstr">
      <vt:lpstr>Arial</vt:lpstr>
      <vt:lpstr>Arial</vt:lpstr>
      <vt:lpstr>Calibri</vt:lpstr>
      <vt:lpstr>Nobel-Book</vt:lpstr>
      <vt:lpstr>Roboto Medium</vt:lpstr>
      <vt:lpstr>Times New Roman</vt:lpstr>
      <vt:lpstr>Wingdings</vt:lpstr>
      <vt:lpstr>REVA Powerpoint Template - NEW</vt:lpstr>
      <vt:lpstr>Agenda</vt:lpstr>
      <vt:lpstr>Divider</vt:lpstr>
      <vt:lpstr>Media / Video Slide</vt:lpstr>
      <vt:lpstr>Copy Slides</vt:lpstr>
      <vt:lpstr>Copy and Image</vt:lpstr>
      <vt:lpstr>Table &amp; Graphs Slide</vt:lpstr>
      <vt:lpstr>Flow Slides</vt:lpstr>
      <vt:lpstr>Thank You </vt:lpstr>
      <vt:lpstr>Computer control  Using Hand Gestures</vt:lpstr>
      <vt:lpstr>Introduction :-</vt:lpstr>
      <vt:lpstr>PowerPoint Presentation</vt:lpstr>
      <vt:lpstr>GESTURE :-</vt:lpstr>
      <vt:lpstr>PRINCIPLE BEHIND THIS project :-</vt:lpstr>
      <vt:lpstr>Component required :-</vt:lpstr>
      <vt:lpstr> HC-SR04 :-</vt:lpstr>
      <vt:lpstr> ARUDINO UNO :-</vt:lpstr>
      <vt:lpstr>PowerPoint Presentation</vt:lpstr>
      <vt:lpstr> DESIGN OF THE PROJECT :-</vt:lpstr>
      <vt:lpstr>PowerPoint Presentation</vt:lpstr>
      <vt:lpstr>PowerPoint Presentation</vt:lpstr>
      <vt:lpstr>HAND GESTURES :-</vt:lpstr>
      <vt:lpstr>CIRCUIT DIAGRAM :-</vt:lpstr>
      <vt:lpstr>Sample diagram :-</vt:lpstr>
      <vt:lpstr>APPLICATIONS :-</vt:lpstr>
      <vt:lpstr> FUTURE TRENDS :-</vt:lpstr>
      <vt:lpstr>Conclusion :-</vt:lpstr>
      <vt:lpstr>Thank You…</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Databases and Conceptual Modelling</dc:title>
  <dc:creator>USER</dc:creator>
  <cp:lastModifiedBy>Vivek Biradar</cp:lastModifiedBy>
  <cp:revision>154</cp:revision>
  <cp:lastPrinted>2018-09-28T07:11:06Z</cp:lastPrinted>
  <dcterms:created xsi:type="dcterms:W3CDTF">2020-08-18T04:48:01Z</dcterms:created>
  <dcterms:modified xsi:type="dcterms:W3CDTF">2025-03-24T07:44:59Z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0x010100B60ADC236C7AC742BB0BFCA0FFECEA3A</vt:lpwstr>
  </property>
</Properties>
</file>